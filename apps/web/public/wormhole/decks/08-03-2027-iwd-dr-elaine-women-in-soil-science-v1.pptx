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7.jp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43333"/>
            <a:ext cx="9144000" cy="3386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84158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INTERNATIONAL WOMEN'S DAY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890000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i="0" b="1">
                <a:solidFill>
                  <a:srgbClr val="4F3433"/>
                </a:solidFill>
                <a:latin typeface="Montserrat"/>
              </a:rPr>
              <a:t>Dr. Elaine Ingham developed the concept of the soil food web.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50667"/>
            <a:ext cx="9144000" cy="3979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78232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A SCIENTIST FIRST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297333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i="0" b="1">
                <a:solidFill>
                  <a:srgbClr val="4F3433"/>
                </a:solidFill>
                <a:latin typeface="Montserrat"/>
              </a:rPr>
              <a:t>Microbiology, then decades of research.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592667" y="9474200"/>
            <a:ext cx="6434667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St. Olaf College, 1974. A master's in microbiology at Texas A&amp;M, a doctorate at Colorado State, and Oregon State University faculty from 1986.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50667"/>
            <a:ext cx="9144000" cy="3979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78232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THEN SHE TAUGHT IT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297333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i="0" b="1">
                <a:solidFill>
                  <a:srgbClr val="4F3433"/>
                </a:solidFill>
                <a:latin typeface="Montserrat"/>
              </a:rPr>
              <a:t>Dozens of papers, then a school.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592667" y="9474200"/>
            <a:ext cx="6434667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She wrote the Soil Biology Primer for the USDA Natural Resources Conservation Service and taught microscopy, compost and compost tea to growers around the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50667"/>
            <a:ext cx="9144000" cy="3979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78232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THE WOMEN TEACHING IT NOW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297333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29" i="0" b="1">
                <a:solidFill>
                  <a:srgbClr val="4F3433"/>
                </a:solidFill>
                <a:latin typeface="Montserrat"/>
              </a:rPr>
              <a:t>Loida Vasquez, Director of Advanced Education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592667" y="9398000"/>
            <a:ext cx="6434667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“The most is learned from failed piles.”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43333"/>
            <a:ext cx="9144000" cy="3386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84158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CARRY IT ON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890000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i="0" b="1">
                <a:solidFill>
                  <a:srgbClr val="4F3433"/>
                </a:solidFill>
                <a:latin typeface="Montserrat"/>
              </a:rPr>
              <a:t>Start learning the soil food web.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