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3979333"/>
            <a:ext cx="6773333" cy="5418667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7" y="3894667"/>
            <a:ext cx="6942667" cy="5588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330" i="0" b="1">
                <a:solidFill>
                  <a:srgbClr val="4F3433"/>
                </a:solidFill>
                <a:latin typeface="Fredoka"/>
              </a:rPr>
              <a:t>FROM OUR PARTNERS</a:t>
            </a:r>
          </a:p>
        </p:txBody>
      </p:sp>
      <p:sp>
        <p:nvSpPr>
          <p:cNvPr id="7" name="label PHOTO: the partner's own"/>
          <p:cNvSpPr txBox="1"/>
          <p:nvPr/>
        </p:nvSpPr>
        <p:spPr>
          <a:xfrm>
            <a:off x="1524000" y="6434667"/>
            <a:ext cx="6096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partner's own 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ern-fiddlehea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67" y="5926667"/>
            <a:ext cx="3191933" cy="3556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70" i="0" b="1">
                <a:solidFill>
                  <a:srgbClr val="4F3433"/>
                </a:solidFill>
                <a:latin typeface="Fredoka"/>
              </a:rPr>
              <a:t>[Partner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oss-clum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67" y="7450667"/>
            <a:ext cx="3048000" cy="21082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70" i="0" b="1">
                <a:solidFill>
                  <a:srgbClr val="4F3433"/>
                </a:solidFill>
                <a:latin typeface="Fredoka"/>
              </a:rPr>
              <a:t>[One line on their work]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