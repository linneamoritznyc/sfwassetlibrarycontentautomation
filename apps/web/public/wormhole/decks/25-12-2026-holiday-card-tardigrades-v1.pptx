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ardigrade-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4741333" cy="1913467"/>
          </a:xfrm>
          <a:prstGeom prst="rect">
            <a:avLst/>
          </a:prstGeom>
        </p:spPr>
      </p:pic>
      <p:pic>
        <p:nvPicPr>
          <p:cNvPr id="4" name="santa-hat-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33" y="3725333"/>
            <a:ext cx="1998133" cy="1888067"/>
          </a:xfrm>
          <a:prstGeom prst="rect">
            <a:avLst/>
          </a:prstGeom>
        </p:spPr>
      </p:pic>
      <p:pic>
        <p:nvPicPr>
          <p:cNvPr id="5" name="tardigrade-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67" y="4402667"/>
            <a:ext cx="2794000" cy="2421467"/>
          </a:xfrm>
          <a:prstGeom prst="rect">
            <a:avLst/>
          </a:prstGeom>
        </p:spPr>
      </p:pic>
      <p:pic>
        <p:nvPicPr>
          <p:cNvPr id="6" name="santa-hat-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333" y="3471333"/>
            <a:ext cx="1913467" cy="1879600"/>
          </a:xfrm>
          <a:prstGeom prst="rect">
            <a:avLst/>
          </a:prstGeom>
        </p:spPr>
      </p:pic>
      <p:pic>
        <p:nvPicPr>
          <p:cNvPr id="7" name="leave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8466667"/>
            <a:ext cx="5757333" cy="1693333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9" name="heading"/>
          <p:cNvSpPr txBox="1"/>
          <p:nvPr/>
        </p:nvSpPr>
        <p:spPr>
          <a:xfrm>
            <a:off x="762000" y="1100667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0" i="0" b="1">
                <a:solidFill>
                  <a:srgbClr val="4F3433"/>
                </a:solidFill>
                <a:latin typeface="Fredoka"/>
              </a:rPr>
              <a:t>Happy holidays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78933" y="10498667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Tardigrades: Stec et al. 2018, PLOS ONE; Jan Ebr and Ivana Ebrová / iNaturalist. CC 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ardigrad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33" y="5418667"/>
            <a:ext cx="5249333" cy="2116667"/>
          </a:xfrm>
          <a:prstGeom prst="rect">
            <a:avLst/>
          </a:prstGeom>
        </p:spPr>
      </p:pic>
      <p:pic>
        <p:nvPicPr>
          <p:cNvPr id="4" name="santa-ha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33" y="4360333"/>
            <a:ext cx="2116667" cy="1981200"/>
          </a:xfrm>
          <a:prstGeom prst="rect">
            <a:avLst/>
          </a:prstGeom>
        </p:spPr>
      </p:pic>
      <p:pic>
        <p:nvPicPr>
          <p:cNvPr id="5" name="leaves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8128000"/>
            <a:ext cx="5164667" cy="1693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100667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from all of us at the Soil Food Web School.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10498667"/>
            <a:ext cx="5926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Tardigrade: Stec et al. 2018, PLOS ONE,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