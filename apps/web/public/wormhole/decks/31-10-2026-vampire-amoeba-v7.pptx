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: night sky, moon and micrographs (Hess, Sausen &amp; Melkonian 2012, CC BY 4.0)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85800" y="1609725"/>
            <a:ext cx="6667500" cy="3143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9360"/>
              </a:lnSpc>
            </a:pPr>
            <a:r>
              <a:rPr sz="9000" i="1">
                <a:solidFill>
                  <a:srgbClr val="F4F1EA"/>
                </a:solidFill>
                <a:latin typeface="EB Garamond Medium"/>
              </a:rPr>
              <a:t>Vampire</a:t>
            </a:r>
          </a:p>
          <a:p>
            <a:pPr>
              <a:lnSpc>
                <a:spcPts val="9360"/>
              </a:lnSpc>
            </a:pPr>
            <a:r>
              <a:rPr sz="9000" i="1">
                <a:solidFill>
                  <a:srgbClr val="F4F1EA"/>
                </a:solidFill>
                <a:latin typeface="EB Garamond Medium"/>
              </a:rPr>
              <a:t>amoeba.</a:t>
            </a:r>
          </a:p>
        </p:txBody>
      </p:sp>
      <p:pic>
        <p:nvPicPr>
          <p:cNvPr id="4" name="SFW Foundation logo, white" descr="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753725"/>
            <a:ext cx="1809750" cy="1571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