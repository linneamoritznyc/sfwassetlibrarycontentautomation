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96667"/>
          </a:xfrm>
          <a:prstGeom prst="rect">
            <a:avLst/>
          </a:prstGeom>
        </p:spPr>
      </p:pic>
      <p:pic>
        <p:nvPicPr>
          <p:cNvPr id="3" name="Brown box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96667"/>
            <a:ext cx="9144000" cy="4233333"/>
          </a:xfrm>
          <a:prstGeom prst="rect">
            <a:avLst/>
          </a:prstGeom>
        </p:spPr>
      </p:pic>
      <p:pic>
        <p:nvPicPr>
          <p:cNvPr id="4" name="SFW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8847667"/>
            <a:ext cx="1270000" cy="1270000"/>
          </a:xfrm>
          <a:prstGeom prst="rect">
            <a:avLst/>
          </a:prstGeom>
        </p:spPr>
      </p:pic>
      <p:pic>
        <p:nvPicPr>
          <p:cNvPr id="5" name="Cornflow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667" y="4402667"/>
            <a:ext cx="1693333" cy="37761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09600" y="78062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Happy Veterans Day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09600" y="8890000"/>
            <a:ext cx="6096000" cy="118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Thank you to every veteran who now farms.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