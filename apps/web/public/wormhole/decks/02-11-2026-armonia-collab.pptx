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02-11-2026-armonia-collab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We are going back to Armonía.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Accelerator Workshop, Costa Rica · 18 to 29 January 2027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5334000"/>
            <a:ext cx="2200275" cy="24765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3000"/>
            <a:ext cx="4381500" cy="4124325"/>
          </a:xfrm>
          <a:prstGeom prst="rect">
            <a:avLst/>
          </a:prstGeom>
        </p:spPr>
      </p:pic>
      <p:pic>
        <p:nvPicPr>
          <p:cNvPr id="3" name="Picture 2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952500"/>
            <a:ext cx="3038475" cy="2476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7239000"/>
            <a:ext cx="8915400" cy="2193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100" b="0">
                <a:solidFill>
                  <a:srgbClr val="22371F"/>
                </a:solidFill>
                <a:latin typeface="Fredoka"/>
              </a:rPr>
              <a:t>Our fifth Costa Rica workshop, and our fourth at Armonía Agricultura Orgánica.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61398"/>
            <a:ext cx="8915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An organic farm 11 km north of San José.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02-11-2026-armonia-collab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1535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22371F"/>
                </a:solidFill>
                <a:latin typeface="Fredoka"/>
              </a:rPr>
              <a:t>An organic farm on a school campus.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8907780"/>
            <a:ext cx="6724650" cy="1375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4F3433"/>
                </a:solidFill>
                <a:latin typeface="Montserrat"/>
              </a:rPr>
              <a:t>Armonía has primary and secondary schools, and a restaurant fed by its own farm.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619750"/>
            <a:ext cx="1781175" cy="200025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02-11-2026-armonia-collab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19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667500"/>
            <a:ext cx="8915400" cy="40957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143750"/>
            <a:ext cx="6724650" cy="2975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250" b="0">
                <a:solidFill>
                  <a:srgbClr val="F4F1EA"/>
                </a:solidFill>
                <a:latin typeface="Fredoka"/>
              </a:rPr>
              <a:t>You build compost where children grow up knowing where food comes from.</a:t>
            </a:r>
          </a:p>
        </p:txBody>
      </p:sp>
      <p:pic>
        <p:nvPicPr>
          <p:cNvPr id="5" name="Picture 4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8572500"/>
            <a:ext cx="2495550" cy="3990975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47750"/>
            <a:ext cx="4572000" cy="43053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0" y="571500"/>
            <a:ext cx="2314575" cy="4962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857250"/>
            <a:ext cx="2800350" cy="22860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4476750"/>
            <a:ext cx="22002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620000"/>
            <a:ext cx="8915400" cy="959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6300" b="0">
                <a:solidFill>
                  <a:srgbClr val="22371F"/>
                </a:solidFill>
                <a:latin typeface="Fredoka"/>
              </a:rPr>
              <a:t>18 to 29 January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750808"/>
            <a:ext cx="8915400" cy="948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400" b="1">
                <a:solidFill>
                  <a:srgbClr val="156826"/>
                </a:solidFill>
                <a:latin typeface="Montserrat"/>
              </a:rPr>
              <a:t>Accelerator Workshop at Armonía Agricultura Orgánica, near San José, Costa 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0948"/>
            <a:ext cx="8915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2550" b="1">
                <a:solidFill>
                  <a:srgbClr val="4F3433"/>
                </a:solidFill>
                <a:latin typeface="Montserrat"/>
              </a:rPr>
              <a:t>Register, link in bio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