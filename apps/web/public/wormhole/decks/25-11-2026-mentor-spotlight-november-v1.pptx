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67" y="3894667"/>
            <a:ext cx="5926667" cy="5926667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810000"/>
            <a:ext cx="6096000" cy="6096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4F3433"/>
                </a:solidFill>
                <a:latin typeface="Fredoka"/>
              </a:rPr>
              <a:t>Meet our mentors. [Name], [role].</a:t>
            </a:r>
          </a:p>
        </p:txBody>
      </p:sp>
      <p:sp>
        <p:nvSpPr>
          <p:cNvPr id="7" name="label PHOTO: the mentor's webs"/>
          <p:cNvSpPr txBox="1"/>
          <p:nvPr/>
        </p:nvSpPr>
        <p:spPr>
          <a:xfrm>
            <a:off x="1947333" y="6604000"/>
            <a:ext cx="524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mentor's website headshot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norfolk-common-popp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3" y="5418667"/>
            <a:ext cx="2032000" cy="4402667"/>
          </a:xfrm>
          <a:prstGeom prst="rect">
            <a:avLst/>
          </a:prstGeom>
        </p:spPr>
      </p:pic>
      <p:pic>
        <p:nvPicPr>
          <p:cNvPr id="4" name="fern-fiddlehea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333" y="6942667"/>
            <a:ext cx="2582333" cy="2878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4F3433"/>
                </a:solidFill>
                <a:latin typeface="Fredoka"/>
              </a:rPr>
              <a:t>[Their one line of advice, in their words.]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