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Soil Food Web Foundation, Coimbatore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136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596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Times of India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Soil Food Web Foundation,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Times of India covered our India workshop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Coimbatore, Tamil Nadu. 30 October 2026.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timesofindia.indiatimes.com/
articleshow/135370094.cms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81867"/>
            <a:ext cx="7924800" cy="5266267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38438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37592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46 participants, 10 countries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5202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Farmers, soil scientists, microbiologists and consultants, from seven Indian states and abroad.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At the Save Soil model farm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Ten days at Sadhguru's Save Soil Regenerative Revolution farm, in collaboration with Isha Outreach.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Compost to microscope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BioComplete™ compost, compost extracts and teas, soil sampling and microscopy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61 more at the seminar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two-day Life in the Soil Seminar came first, on 16 and 17 October.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Times of India, 30 October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