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6-11-2026-costa-rica-built-to-fail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148" b="1">
                <a:solidFill>
                  <a:srgbClr val="F4F1EA"/>
                </a:solidFill>
                <a:latin typeface="Montserrat"/>
              </a:rPr>
              <a:t>Several piles, different recipes.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Costa Rica, 18 to 29 January 2027</a:t>
            </a:r>
          </a:p>
        </p:txBody>
      </p:sp>
      <p:pic>
        <p:nvPicPr>
          <p:cNvPr id="6" name="Picture 5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619500"/>
            <a:ext cx="2047875" cy="4391025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891540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200" b="1">
                <a:solidFill>
                  <a:srgbClr val="F4F1EA"/>
                </a:solidFill>
                <a:latin typeface="Montserrat"/>
              </a:rPr>
              <a:t>Every pile behaves differently.</a:t>
            </a:r>
          </a:p>
        </p:txBody>
      </p:sp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953000"/>
            <a:ext cx="3381375" cy="7248525"/>
          </a:xfrm>
          <a:prstGeom prst="rect">
            <a:avLst/>
          </a:prstGeom>
        </p:spPr>
      </p:pic>
      <p:pic>
        <p:nvPicPr>
          <p:cNvPr id="4" name="Picture 3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8382000"/>
            <a:ext cx="2876550" cy="3238500"/>
          </a:xfrm>
          <a:prstGeom prst="rect">
            <a:avLst/>
          </a:prstGeom>
        </p:spPr>
      </p:pic>
      <p:pic>
        <p:nvPicPr>
          <p:cNvPr id="5" name="Picture 4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6-11-2026-costa-rica-built-to-fail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4095" b="1">
                <a:solidFill>
                  <a:srgbClr val="F4F1EA"/>
                </a:solidFill>
                <a:latin typeface="Montserrat"/>
              </a:rPr>
              <a:t>Students build several piles at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8907780"/>
            <a:ext cx="672465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Each team picks its feedstocks and works out its own recipe.</a:t>
            </a:r>
          </a:p>
        </p:txBody>
      </p:sp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3810000"/>
            <a:ext cx="2381250" cy="3810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6-11-2026-costa-rica-built-to-fail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225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4095" b="1">
                <a:solidFill>
                  <a:srgbClr val="F4F1EA"/>
                </a:solidFill>
                <a:latin typeface="Montserrat"/>
              </a:rPr>
              <a:t>Then you read each pile and adjust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9627870"/>
            <a:ext cx="672465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With a mentor beside you.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5619750"/>
            <a:ext cx="1781175" cy="200025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8915400" cy="2152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7500" b="0">
                <a:solidFill>
                  <a:srgbClr val="22371F"/>
                </a:solidFill>
                <a:latin typeface="Fredoka"/>
              </a:rPr>
              <a:t>“The most is learned from failed piles.”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67250"/>
            <a:ext cx="8915400" cy="575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0">
                <a:solidFill>
                  <a:srgbClr val="156826"/>
                </a:solidFill>
                <a:latin typeface="Montserrat"/>
              </a:rPr>
              <a:t>Loida Vasquez, Director of Advanced Education</a:t>
            </a:r>
          </a:p>
        </p:txBody>
      </p:sp>
      <p:pic>
        <p:nvPicPr>
          <p:cNvPr id="4" name="Picture 3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667500"/>
            <a:ext cx="2486025" cy="5324475"/>
          </a:xfrm>
          <a:prstGeom prst="rect">
            <a:avLst/>
          </a:prstGeom>
        </p:spPr>
      </p:pic>
      <p:pic>
        <p:nvPicPr>
          <p:cNvPr id="5" name="Picture 4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8572500"/>
            <a:ext cx="3267075" cy="266700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047750"/>
            <a:ext cx="4572000" cy="43053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0" y="571500"/>
            <a:ext cx="2314575" cy="4962525"/>
          </a:xfrm>
          <a:prstGeom prst="rect">
            <a:avLst/>
          </a:prstGeom>
        </p:spPr>
      </p:pic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857250"/>
            <a:ext cx="2800350" cy="2286000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4476750"/>
            <a:ext cx="22002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7620000"/>
            <a:ext cx="8915400" cy="959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560"/>
              </a:lnSpc>
            </a:pPr>
            <a:r>
              <a:rPr sz="4914" b="1">
                <a:solidFill>
                  <a:srgbClr val="22371F"/>
                </a:solidFill>
                <a:latin typeface="Montserrat"/>
              </a:rPr>
              <a:t>18 to 29 January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750808"/>
            <a:ext cx="8915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Accelerator Workshop at Armonía Agricultura Orgánica, near San José, Costa 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870948"/>
            <a:ext cx="8915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550" b="1">
                <a:solidFill>
                  <a:srgbClr val="4F3433"/>
                </a:solidFill>
                <a:latin typeface="Montserrat"/>
              </a:rPr>
              <a:t>Register, link in bio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