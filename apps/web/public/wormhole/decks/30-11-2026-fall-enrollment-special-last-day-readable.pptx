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own box"/>
          <p:cNvSpPr/>
          <p:nvPr/>
        </p:nvSpPr>
        <p:spPr>
          <a:xfrm>
            <a:off x="4206240" y="0"/>
            <a:ext cx="5669280" cy="12344400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3" name="Label"/>
          <p:cNvSpPr txBox="1"/>
          <p:nvPr/>
        </p:nvSpPr>
        <p:spPr>
          <a:xfrm>
            <a:off x="4846320" y="822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80" dirty="0">
                <a:solidFill>
                  <a:srgbClr val="C89B7B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LAST DAY</a:t>
            </a:r>
            <a:endParaRPr lang="en-US" sz="6480" dirty="0"/>
          </a:p>
        </p:txBody>
      </p:sp>
      <p:sp>
        <p:nvSpPr>
          <p:cNvPr id="4" name="Headline"/>
          <p:cNvSpPr txBox="1"/>
          <p:nvPr/>
        </p:nvSpPr>
        <p:spPr>
          <a:xfrm>
            <a:off x="4846320" y="18288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</a:t>
            </a:r>
            <a:endParaRPr lang="en-US" sz="51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Enrollment</a:t>
            </a:r>
            <a:endParaRPr lang="en-US" sz="51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</a:t>
            </a:r>
            <a:endParaRPr lang="en-US" sz="51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ends today</a:t>
            </a:r>
            <a:endParaRPr lang="en-US" sz="5180" dirty="0"/>
          </a:p>
        </p:txBody>
      </p:sp>
      <p:sp>
        <p:nvSpPr>
          <p:cNvPr id="5" name="Calendar card"/>
          <p:cNvSpPr/>
          <p:nvPr/>
        </p:nvSpPr>
        <p:spPr>
          <a:xfrm>
            <a:off x="914400" y="5120640"/>
            <a:ext cx="4572000" cy="5120640"/>
          </a:xfrm>
          <a:prstGeom prst="rect">
            <a:avLst/>
          </a:prstGeom>
          <a:solidFill>
            <a:srgbClr val="F4F1EA"/>
          </a:solidFill>
          <a:ln w="381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6" name="Calendar top"/>
          <p:cNvSpPr/>
          <p:nvPr/>
        </p:nvSpPr>
        <p:spPr>
          <a:xfrm>
            <a:off x="914400" y="5120640"/>
            <a:ext cx="4572000" cy="1188720"/>
          </a:xfrm>
          <a:prstGeom prst="rect">
            <a:avLst/>
          </a:prstGeom>
          <a:solidFill>
            <a:srgbClr val="3780B8"/>
          </a:solidFill>
          <a:ln w="12700">
            <a:solidFill>
              <a:srgbClr val="3780B8"/>
            </a:solidFill>
            <a:prstDash val="solid"/>
          </a:ln>
        </p:spPr>
        <p:txBody>
          <a:bodyPr/>
          <a:p/>
        </p:txBody>
      </p:sp>
      <p:sp>
        <p:nvSpPr>
          <p:cNvPr id="7" name="Month"/>
          <p:cNvSpPr txBox="1"/>
          <p:nvPr/>
        </p:nvSpPr>
        <p:spPr>
          <a:xfrm>
            <a:off x="914400" y="5394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80" dirty="0">
                <a:solidFill>
                  <a:srgbClr val="F4F1EA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NOVEMBER</a:t>
            </a:r>
            <a:endParaRPr lang="en-US" sz="5180" dirty="0"/>
          </a:p>
        </p:txBody>
      </p:sp>
      <p:sp>
        <p:nvSpPr>
          <p:cNvPr id="8" name="Day"/>
          <p:cNvSpPr txBox="1"/>
          <p:nvPr/>
        </p:nvSpPr>
        <p:spPr>
          <a:xfrm>
            <a:off x="914400" y="64008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60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1600" dirty="0"/>
          </a:p>
        </p:txBody>
      </p:sp>
      <p:sp>
        <p:nvSpPr>
          <p:cNvPr id="9" name="Details"/>
          <p:cNvSpPr txBox="1"/>
          <p:nvPr/>
        </p:nvSpPr>
        <p:spPr>
          <a:xfrm>
            <a:off x="5852160" y="65836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four Foundation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Courses + a Compost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Intensive seat.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 in bio.</a:t>
            </a:r>
            <a:endParaRPr lang="en-US" sz="3740" dirty="0"/>
          </a:p>
        </p:txBody>
      </p:sp>
      <p:pic>
        <p:nvPicPr>
          <p:cNvPr id="11" name="SFW 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698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30-11-2026 Fall Enrollment Special last day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