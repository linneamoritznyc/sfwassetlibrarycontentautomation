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Soil bacteria. Photo: Gerri Gassert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17272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14732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BeOpen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Soil bacteria. Photo: Gerri Gassert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An open atlas of soil life from 100,000 samples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By Biome Makers: soil life from over 90 countries.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beopen.earth/atlas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81867"/>
            <a:ext cx="7924800" cy="5266267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38438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37592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One protocol, 90+ countries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5202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Every sample is collected, sequenced and analysed the same way, so continents can be compared.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Open data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Researchers get raw reads and processed data for 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15267"/>
            <a:ext cx="7924800" cy="41910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377267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292600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200+ research partners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6053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And 3,000 datasets so far. Labs can join as contributors.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58733"/>
            <a:ext cx="7924800" cy="2904067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50207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9360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Explore the atlas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9520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beopen.earth/atlas.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