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</p:sldIdLst>
  <p:notesMasterIdLst>
    <p:notesMasterId r:id="rId5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8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640080" y="6400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to read the heat</a:t>
            </a:r>
            <a:endParaRPr lang="en-US" sz="547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your compost</a:t>
            </a:r>
            <a:endParaRPr lang="en-US" sz="5470" dirty="0"/>
          </a:p>
        </p:txBody>
      </p:sp>
      <p:sp>
        <p:nvSpPr>
          <p:cNvPr id="3" name="Temperature band"/>
          <p:cNvSpPr/>
          <p:nvPr/>
        </p:nvSpPr>
        <p:spPr>
          <a:xfrm>
            <a:off x="1188720" y="3566160"/>
            <a:ext cx="7863840" cy="109728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4" name="Band label"/>
          <p:cNvSpPr txBox="1"/>
          <p:nvPr/>
        </p:nvSpPr>
        <p:spPr>
          <a:xfrm>
            <a:off x="5687347" y="3694176"/>
            <a:ext cx="32737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 to 68°C</a:t>
            </a:r>
            <a:endParaRPr lang="en-US" sz="3310" dirty="0"/>
          </a:p>
        </p:txBody>
      </p:sp>
      <p:sp>
        <p:nvSpPr>
          <p:cNvPr id="5" name="Axis x"/>
          <p:cNvSpPr/>
          <p:nvPr/>
        </p:nvSpPr>
        <p:spPr>
          <a:xfrm>
            <a:off x="1188720" y="7479792"/>
            <a:ext cx="7863840" cy="45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6" name="Axis y"/>
          <p:cNvSpPr/>
          <p:nvPr/>
        </p:nvSpPr>
        <p:spPr>
          <a:xfrm>
            <a:off x="1170432" y="2926080"/>
            <a:ext cx="45720" cy="4572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pic>
        <p:nvPicPr>
          <p:cNvPr id="7" name="Temperature curve" descr="px/curve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26080"/>
            <a:ext cx="7863840" cy="4572000"/>
          </a:xfrm>
          <a:prstGeom prst="rect">
            <a:avLst/>
          </a:prstGeom>
        </p:spPr>
      </p:pic>
      <p:sp>
        <p:nvSpPr>
          <p:cNvPr id="8" name="Curve note"/>
          <p:cNvSpPr txBox="1"/>
          <p:nvPr/>
        </p:nvSpPr>
        <p:spPr>
          <a:xfrm>
            <a:off x="5377399" y="7680960"/>
            <a:ext cx="3675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Typical curve</a:t>
            </a:r>
            <a:endParaRPr lang="en-US" sz="3020" dirty="0"/>
          </a:p>
        </p:txBody>
      </p:sp>
      <p:sp>
        <p:nvSpPr>
          <p:cNvPr id="9" name="Cream card"/>
          <p:cNvSpPr/>
          <p:nvPr/>
        </p:nvSpPr>
        <p:spPr>
          <a:xfrm>
            <a:off x="640080" y="8503920"/>
            <a:ext cx="8595360" cy="30175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10" name="Headline 2"/>
          <p:cNvSpPr txBox="1"/>
          <p:nvPr/>
        </p:nvSpPr>
        <p:spPr>
          <a:xfrm>
            <a:off x="1005840" y="8823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18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11 January</a:t>
            </a:r>
            <a:endParaRPr lang="en-US" sz="4180" dirty="0"/>
          </a:p>
        </p:txBody>
      </p:sp>
      <p:sp>
        <p:nvSpPr>
          <p:cNvPr id="11" name="Details"/>
          <p:cNvSpPr txBox="1"/>
          <p:nvPr/>
        </p:nvSpPr>
        <p:spPr>
          <a:xfrm>
            <a:off x="1005840" y="9692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Compost Intensive Course,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weeks online. Link in bio.</a:t>
            </a:r>
            <a:endParaRPr lang="en-US" sz="3740" dirty="0"/>
          </a:p>
        </p:txBody>
      </p:sp>
      <p:pic>
        <p:nvPicPr>
          <p:cNvPr id="12" name="SFW logo" descr="px/logo-col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418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09-11-2026 Compost Intensive January cohort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