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SFW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9355667"/>
            <a:ext cx="1270000" cy="1270000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762000" y="25400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70" i="0" b="0">
                <a:solidFill>
                  <a:srgbClr val="F4F1EA"/>
                </a:solidFill>
                <a:latin typeface="Pathway Gothic One"/>
              </a:rPr>
              <a:t>PERMACULTURE DESIGN CERTIFICATE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762000" y="3217333"/>
            <a:ext cx="76200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730" i="0" b="1">
                <a:solidFill>
                  <a:srgbClr val="F4F1EA"/>
                </a:solidFill>
                <a:latin typeface="Montserrat"/>
              </a:rPr>
              <a:t>Congratulations, class of 2026!</a:t>
            </a:r>
          </a:p>
        </p:txBody>
      </p:sp>
      <p:sp>
        <p:nvSpPr>
          <p:cNvPr id="6" name="Details"/>
          <p:cNvSpPr txBox="1"/>
          <p:nvPr/>
        </p:nvSpPr>
        <p:spPr>
          <a:xfrm>
            <a:off x="762000" y="5842000"/>
            <a:ext cx="7281333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F4F1EA"/>
                </a:solidFill>
                <a:latin typeface="Source Sans 3"/>
              </a:rPr>
              <a:t>Twelve weeks ago you started with a blank map. Now you have a design for a real place.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