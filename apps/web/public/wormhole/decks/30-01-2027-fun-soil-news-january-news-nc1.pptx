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9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9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9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to add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7432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4892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Fun Soil News</a:t>
            </a:r>
          </a:p>
        </p:txBody>
      </p:sp>
      <p:sp>
        <p:nvSpPr>
          <p:cNvPr id="10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Fun Soil News: January 2027</a:t>
            </a:r>
          </a:p>
        </p:txBody>
      </p:sp>
      <p:sp>
        <p:nvSpPr>
          <p:cNvPr id="11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3 good stories from the soil this month.</a:t>
            </a:r>
          </a:p>
        </p:txBody>
      </p:sp>
      <p:sp>
        <p:nvSpPr>
          <p:cNvPr id="12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3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in the caption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 credit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5146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2606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Outlet name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 credit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Story 1: short headline here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One sentence: what happened, where.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the article 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 credit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5146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2606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Outlet name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 credit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Story 2: short headline here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One sentence: what happened, where.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the article 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 credit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5146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2606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Outlet name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 credit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Story 3: short headline here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One sentence: what happened, where.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the article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