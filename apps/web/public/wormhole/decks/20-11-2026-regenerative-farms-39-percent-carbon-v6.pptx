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21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Figure 2, Lundgren et al. 2026, CC BY 4.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71204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68664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Environmental Research: Food Systems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Figure 2, Lundgren et al. 2026, CC BY 4.0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Regenerative farms stored 39% more soil carbon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 study of working farms across North America.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doi.org/10.1088/2976-601X/ae8f4e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12533"/>
            <a:ext cx="7924800" cy="5596467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36745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35898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1,000 Farms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46058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1000 Farms Initiative measured working farms across North America, from the most conventional to the most regenerative. Led by Ecdysis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86200"/>
            <a:ext cx="7924800" cy="36491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6482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5635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39% more soil carbon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3246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 the most regenerative farms.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+181% total fungi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in the most regenerative soils (figure 3 of the paper).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More life everywhere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Soil microbes, insects, plants and birds. The more biodiversity, the more carbon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Same yields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Yields matched national averages, and net profit per acre was similar.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whole system counts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Farms using one regenerative practice alone looked like conventional farms.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paper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Lundgren et al., Environmental Research: Food Systems, 2026.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