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1625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5969000"/>
            <a:ext cx="6350000" cy="63500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733" y="14342533"/>
            <a:ext cx="1490133" cy="1490133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59A66C"/>
                </a:solidFill>
                <a:latin typeface="Pathway Gothic One"/>
              </a:rPr>
              <a:t>READ THE DROP</a:t>
            </a:r>
          </a:p>
        </p:txBody>
      </p:sp>
      <p:sp>
        <p:nvSpPr>
          <p:cNvPr id="6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i="0" b="1">
                <a:solidFill>
                  <a:srgbClr val="F4F1EA"/>
                </a:solidFill>
                <a:latin typeface="Montserrat"/>
              </a:rPr>
              <a:t>Meet the naked amoeba.</a:t>
            </a:r>
          </a:p>
        </p:txBody>
      </p:sp>
      <p:sp>
        <p:nvSpPr>
          <p:cNvPr id="7" name="label"/>
          <p:cNvSpPr txBox="1"/>
          <p:nvPr/>
        </p:nvSpPr>
        <p:spPr>
          <a:xfrm>
            <a:off x="762000" y="12361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F4F1EA"/>
                </a:solidFill>
                <a:latin typeface="Pathway Gothic One"/>
              </a:rPr>
              <a:t>NAKED AMOEBA, 40X OBJECTIVE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62000" y="15629467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E3DDCC"/>
                </a:solidFill>
                <a:latin typeface="Source Sans 3"/>
              </a:rPr>
              <a:t>Micrograph: Jimena Fuentes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6587067"/>
            <a:ext cx="5791200" cy="57912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733" y="14342533"/>
            <a:ext cx="1490133" cy="1490133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70" i="0" b="1">
                <a:solidFill>
                  <a:srgbClr val="F4F1EA"/>
                </a:solidFill>
                <a:latin typeface="Montserrat"/>
              </a:rPr>
              <a:t>It eats bacteria and releases ammonium by the roots.</a:t>
            </a:r>
          </a:p>
        </p:txBody>
      </p:sp>
      <p:sp>
        <p:nvSpPr>
          <p:cNvPr id="6" name="credit"/>
          <p:cNvSpPr txBox="1"/>
          <p:nvPr/>
        </p:nvSpPr>
        <p:spPr>
          <a:xfrm>
            <a:off x="762000" y="15629467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E3DDCC"/>
                </a:solidFill>
                <a:latin typeface="Source Sans 3"/>
              </a:rPr>
              <a:t>Micrograph: Jimena Fuentes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