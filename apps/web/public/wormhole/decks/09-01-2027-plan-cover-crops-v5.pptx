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20000"/>
            <a:ext cx="9144000" cy="381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867" y="10126133"/>
            <a:ext cx="1016000" cy="8805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7958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DO THIS WEEKEND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8424333"/>
            <a:ext cx="6434667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Plan your cover crops.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9313333"/>
            <a:ext cx="6434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30" i="0" b="0">
                <a:solidFill>
                  <a:srgbClr val="333130"/>
                </a:solidFill>
                <a:latin typeface="Source Sans 3"/>
              </a:rPr>
              <a:t>Legumes add nitrogen. Grasses hold on to it. Mix both.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62000" y="10837333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 (crimson clover)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