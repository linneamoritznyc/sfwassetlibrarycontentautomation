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Illustration: Soil Food Web Foundation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40978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8438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University of Sheffield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Illustration: Soil Food Web Foundation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 plant said to skip fungi traded food with one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University of Sheffield, Current Biology, 15 Oct 2026.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doi.org/10.1016/j.cub.2026.09.061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plant: Arabidopsis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small mustard plant. Its family lost the genes most plants use to welcome fungal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fungus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Mucoromycotina fine root endophyte, from an ancient group of soil fungi.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Nitrogen and phosphorus in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fungus carried both from the soil into the plant's shoots. The plant grew normally.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260% more carbon out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return, the fungus received more than 260% more of the plant's carbon.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Next: cabbage and canola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Same plant family. The team wants to learn what this means for crops.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study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University of Sheffield, led by Professor Katie Field. Current Biology, October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