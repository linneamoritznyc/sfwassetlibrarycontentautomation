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2.jpg"/><Relationship Id="rId6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4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Soil Food Web Foundation, Coimbatore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136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596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Times of India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Soil Food Web Foundation,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We made the Times of India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46 people from 10 countries learned with us in Coimbatore.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timesofindia.indiatimes.com/
articleshow/135370094.cms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8900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979333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5926667"/>
            <a:ext cx="84667" cy="13716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1134533" y="5858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46 participants, 10 countries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1134533" y="7535333"/>
            <a:ext cx="7027333" cy="24722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Farmers, soil scientists, microbiologists and consultants.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8900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979333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5926667"/>
            <a:ext cx="84667" cy="13716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1134533" y="5858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Save Soil model farm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1134533" y="7535333"/>
            <a:ext cx="7027333" cy="24722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Ten days at Sadhguru's Save Soil Regenerative Revolution farm.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8900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979333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5926667"/>
            <a:ext cx="84667" cy="13716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1134533" y="5858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Compost to microscope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1134533" y="7535333"/>
            <a:ext cx="7027333" cy="24722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BioComplete™ compost, extracts, teas and soil sampling.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Times of India, 30 October 2026. In collaboration with Isha Outreach.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