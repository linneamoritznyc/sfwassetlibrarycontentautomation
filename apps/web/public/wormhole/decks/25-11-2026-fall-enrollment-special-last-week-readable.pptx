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875520" cy="12344400"/>
  <p:notesSz cx="12344400" cy="9875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lue box"/>
          <p:cNvSpPr/>
          <p:nvPr/>
        </p:nvSpPr>
        <p:spPr>
          <a:xfrm>
            <a:off x="0" y="0"/>
            <a:ext cx="5669280" cy="12344400"/>
          </a:xfrm>
          <a:prstGeom prst="rect">
            <a:avLst/>
          </a:prstGeom>
          <a:solidFill>
            <a:srgbClr val="3780B8"/>
          </a:solidFill>
          <a:ln w="12700">
            <a:solidFill>
              <a:srgbClr val="3780B8"/>
            </a:solidFill>
            <a:prstDash val="solid"/>
          </a:ln>
        </p:spPr>
        <p:txBody>
          <a:bodyPr/>
          <a:p/>
        </p:txBody>
      </p:sp>
      <p:sp>
        <p:nvSpPr>
          <p:cNvPr id="3" name="Label"/>
          <p:cNvSpPr txBox="1"/>
          <p:nvPr/>
        </p:nvSpPr>
        <p:spPr>
          <a:xfrm>
            <a:off x="640080" y="8229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480" dirty="0">
                <a:solidFill>
                  <a:srgbClr val="F4F1EA"/>
                </a:solidFill>
                <a:latin typeface="Pathway Gothic One" pitchFamily="34" charset="0"/>
                <a:ea typeface="Pathway Gothic One" pitchFamily="34" charset="-122"/>
                <a:cs typeface="Pathway Gothic One" pitchFamily="34" charset="-120"/>
              </a:rPr>
              <a:t>LAST WEEK</a:t>
            </a:r>
            <a:endParaRPr lang="en-US" sz="6480" dirty="0"/>
          </a:p>
        </p:txBody>
      </p:sp>
      <p:sp>
        <p:nvSpPr>
          <p:cNvPr id="4" name="Headline"/>
          <p:cNvSpPr txBox="1"/>
          <p:nvPr/>
        </p:nvSpPr>
        <p:spPr>
          <a:xfrm>
            <a:off x="640080" y="1828800"/>
            <a:ext cx="4937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5180" b="1" dirty="0">
                <a:solidFill>
                  <a:srgbClr val="F4F1E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Fall</a:t>
            </a:r>
            <a:endParaRPr lang="en-US" sz="518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5180" b="1" dirty="0">
                <a:solidFill>
                  <a:srgbClr val="F4F1E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Enrollment</a:t>
            </a:r>
            <a:endParaRPr lang="en-US" sz="518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5180" b="1" dirty="0">
                <a:solidFill>
                  <a:srgbClr val="F4F1E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Special</a:t>
            </a:r>
            <a:endParaRPr lang="en-US" sz="518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5180" b="1" dirty="0">
                <a:solidFill>
                  <a:srgbClr val="F4F1E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ends</a:t>
            </a:r>
            <a:endParaRPr lang="en-US" sz="5180" dirty="0"/>
          </a:p>
        </p:txBody>
      </p:sp>
      <p:sp>
        <p:nvSpPr>
          <p:cNvPr id="5" name="Calendar card"/>
          <p:cNvSpPr/>
          <p:nvPr/>
        </p:nvSpPr>
        <p:spPr>
          <a:xfrm>
            <a:off x="4389120" y="5120640"/>
            <a:ext cx="4572000" cy="5120640"/>
          </a:xfrm>
          <a:prstGeom prst="rect">
            <a:avLst/>
          </a:prstGeom>
          <a:solidFill>
            <a:srgbClr val="F4F1EA"/>
          </a:solidFill>
          <a:ln w="38100">
            <a:solidFill>
              <a:srgbClr val="4F3433"/>
            </a:solidFill>
            <a:prstDash val="solid"/>
          </a:ln>
        </p:spPr>
        <p:txBody>
          <a:bodyPr/>
          <a:p/>
        </p:txBody>
      </p:sp>
      <p:sp>
        <p:nvSpPr>
          <p:cNvPr id="6" name="Calendar top"/>
          <p:cNvSpPr/>
          <p:nvPr/>
        </p:nvSpPr>
        <p:spPr>
          <a:xfrm>
            <a:off x="4389120" y="5120640"/>
            <a:ext cx="4572000" cy="1188720"/>
          </a:xfrm>
          <a:prstGeom prst="rect">
            <a:avLst/>
          </a:prstGeom>
          <a:solidFill>
            <a:srgbClr val="4F3433"/>
          </a:solidFill>
          <a:ln w="12700">
            <a:solidFill>
              <a:srgbClr val="4F3433"/>
            </a:solidFill>
            <a:prstDash val="solid"/>
          </a:ln>
        </p:spPr>
        <p:txBody>
          <a:bodyPr/>
          <a:p/>
        </p:txBody>
      </p:sp>
      <p:sp>
        <p:nvSpPr>
          <p:cNvPr id="7" name="Month"/>
          <p:cNvSpPr txBox="1"/>
          <p:nvPr/>
        </p:nvSpPr>
        <p:spPr>
          <a:xfrm>
            <a:off x="4389120" y="53949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180" dirty="0">
                <a:solidFill>
                  <a:srgbClr val="F4F1EA"/>
                </a:solidFill>
                <a:latin typeface="Pathway Gothic One" pitchFamily="34" charset="0"/>
                <a:ea typeface="Pathway Gothic One" pitchFamily="34" charset="-122"/>
                <a:cs typeface="Pathway Gothic One" pitchFamily="34" charset="-120"/>
              </a:rPr>
              <a:t>NOVEMBER</a:t>
            </a:r>
            <a:endParaRPr lang="en-US" sz="5180" dirty="0"/>
          </a:p>
        </p:txBody>
      </p:sp>
      <p:sp>
        <p:nvSpPr>
          <p:cNvPr id="8" name="Day"/>
          <p:cNvSpPr txBox="1"/>
          <p:nvPr/>
        </p:nvSpPr>
        <p:spPr>
          <a:xfrm>
            <a:off x="4389120" y="6400800"/>
            <a:ext cx="45720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600" b="1" dirty="0">
                <a:solidFill>
                  <a:srgbClr val="1568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</a:t>
            </a:r>
            <a:endParaRPr lang="en-US" sz="21600" dirty="0"/>
          </a:p>
        </p:txBody>
      </p:sp>
      <p:sp>
        <p:nvSpPr>
          <p:cNvPr id="9" name="Details"/>
          <p:cNvSpPr txBox="1"/>
          <p:nvPr/>
        </p:nvSpPr>
        <p:spPr>
          <a:xfrm>
            <a:off x="640080" y="6400800"/>
            <a:ext cx="34747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740" dirty="0">
                <a:solidFill>
                  <a:srgbClr val="F4F1E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All four Foundation</a:t>
            </a:r>
            <a:endParaRPr lang="en-US" sz="37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740" dirty="0">
                <a:solidFill>
                  <a:srgbClr val="F4F1E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Courses + a Compost</a:t>
            </a:r>
            <a:endParaRPr lang="en-US" sz="37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740" dirty="0">
                <a:solidFill>
                  <a:srgbClr val="F4F1E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Intensive seat.</a:t>
            </a:r>
            <a:endParaRPr lang="en-US" sz="37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740" dirty="0">
                <a:solidFill>
                  <a:srgbClr val="F4F1E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Link in bio.</a:t>
            </a:r>
            <a:endParaRPr lang="en-US" sz="3740" dirty="0"/>
          </a:p>
        </p:txBody>
      </p:sp>
      <p:pic>
        <p:nvPicPr>
          <p:cNvPr id="11" name="SFW logo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6984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25-11-2026 Fall Enrollment Special last week</dc:title>
  <dc:subject>PptxGenJS Presentation</dc:subject>
  <dc:creator>PptxGenJS</dc:creator>
  <cp:lastModifiedBy>PptxGenJS</cp:lastModifiedBy>
  <cp:revision>1</cp:revision>
  <dcterms:created xsi:type="dcterms:W3CDTF">2026-10-30T21:45:35Z</dcterms:created>
  <dcterms:modified xsi:type="dcterms:W3CDTF">2026-10-30T21:45:35Z</dcterms:modified>
</cp:coreProperties>
</file>