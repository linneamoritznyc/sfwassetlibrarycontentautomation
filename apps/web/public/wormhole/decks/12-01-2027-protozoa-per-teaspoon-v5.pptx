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micrograph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8267" y="5096933"/>
            <a:ext cx="4707467" cy="4707467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533" y="9982200"/>
            <a:ext cx="1185333" cy="1024467"/>
          </a:xfrm>
          <a:prstGeom prst="rect">
            <a:avLst/>
          </a:prstGeom>
        </p:spPr>
      </p:pic>
      <p:sp>
        <p:nvSpPr>
          <p:cNvPr id="5" name="label"/>
          <p:cNvSpPr txBox="1"/>
          <p:nvPr/>
        </p:nvSpPr>
        <p:spPr>
          <a:xfrm>
            <a:off x="762000" y="677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156826"/>
                </a:solidFill>
                <a:latin typeface="Pathway Gothic One"/>
              </a:rPr>
              <a:t>SOIL IN NUMBERS</a:t>
            </a:r>
          </a:p>
        </p:txBody>
      </p:sp>
      <p:sp>
        <p:nvSpPr>
          <p:cNvPr id="6" name="number"/>
          <p:cNvSpPr txBox="1"/>
          <p:nvPr/>
        </p:nvSpPr>
        <p:spPr>
          <a:xfrm>
            <a:off x="762000" y="1270000"/>
            <a:ext cx="7620000" cy="186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i="0" b="1">
                <a:solidFill>
                  <a:srgbClr val="156826"/>
                </a:solidFill>
                <a:latin typeface="Montserrat"/>
              </a:rPr>
              <a:t>1,000,000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762000" y="3386667"/>
            <a:ext cx="7450667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930" i="0" b="0">
                <a:solidFill>
                  <a:srgbClr val="4F3433"/>
                </a:solidFill>
                <a:latin typeface="Source Sans 3"/>
              </a:rPr>
              <a:t>protozoa can live in one teaspoon of highly fertile soil. Poor soil holds about 1,000.</a:t>
            </a:r>
          </a:p>
        </p:txBody>
      </p:sp>
      <p:sp>
        <p:nvSpPr>
          <p:cNvPr id="8" name="credit"/>
          <p:cNvSpPr txBox="1"/>
          <p:nvPr/>
        </p:nvSpPr>
        <p:spPr>
          <a:xfrm>
            <a:off x="762000" y="10803467"/>
            <a:ext cx="6604000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70" i="0" b="0">
                <a:solidFill>
                  <a:srgbClr val="333130"/>
                </a:solidFill>
                <a:latin typeface="Source Sans 3"/>
              </a:rPr>
              <a:t>Source: USDA NRCS Soil Biology Primer. Micrograph: Cameron Radman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