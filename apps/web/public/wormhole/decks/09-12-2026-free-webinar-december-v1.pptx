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3979333"/>
            <a:ext cx="5588000" cy="5588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0" i="0" b="1">
                <a:solidFill>
                  <a:srgbClr val="4F3433"/>
                </a:solidFill>
                <a:latin typeface="Fredoka"/>
              </a:rPr>
              <a:t>FREE WEBINAR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78933" y="10752667"/>
            <a:ext cx="5926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Micrograph: Casey Williams, 40x objective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4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i="0" b="1">
                <a:solidFill>
                  <a:srgbClr val="4F3433"/>
                </a:solidFill>
                <a:latin typeface="Fredoka"/>
              </a:rPr>
              <a:t>[Webinar title]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4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i="0" b="1">
                <a:solidFill>
                  <a:srgbClr val="4F3433"/>
                </a:solidFill>
                <a:latin typeface="Fredoka"/>
              </a:rPr>
              <a:t>[Date and time, three time zones]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3556000"/>
            <a:ext cx="5080000" cy="5418667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333" y="3471333"/>
            <a:ext cx="5249333" cy="5588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i="0" b="1">
                <a:solidFill>
                  <a:srgbClr val="4F3433"/>
                </a:solidFill>
                <a:latin typeface="Fredoka"/>
              </a:rPr>
              <a:t>[Host name]</a:t>
            </a:r>
          </a:p>
        </p:txBody>
      </p:sp>
      <p:sp>
        <p:nvSpPr>
          <p:cNvPr id="7" name="label PHOTO: the host's headsh"/>
          <p:cNvSpPr txBox="1"/>
          <p:nvPr/>
        </p:nvSpPr>
        <p:spPr>
          <a:xfrm>
            <a:off x="2370667" y="6011333"/>
            <a:ext cx="440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 host's headshot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norfolk-common-popp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67" y="5418667"/>
            <a:ext cx="1871133" cy="4064000"/>
          </a:xfrm>
          <a:prstGeom prst="rect">
            <a:avLst/>
          </a:prstGeom>
        </p:spPr>
      </p:pic>
      <p:pic>
        <p:nvPicPr>
          <p:cNvPr id="4" name="tamil-nadu-marigol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667" y="6434667"/>
            <a:ext cx="1778000" cy="3048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330" i="0" b="1">
                <a:solidFill>
                  <a:srgbClr val="4F3433"/>
                </a:solidFill>
                <a:latin typeface="Fredoka"/>
              </a:rPr>
              <a:t>Free.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