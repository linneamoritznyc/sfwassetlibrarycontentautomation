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4" name="strip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217333" cy="114300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3733" y="9770533"/>
            <a:ext cx="1236133" cy="1236133"/>
          </a:xfrm>
          <a:prstGeom prst="rect">
            <a:avLst/>
          </a:prstGeom>
        </p:spPr>
      </p:pic>
      <p:sp>
        <p:nvSpPr>
          <p:cNvPr id="6" name="label"/>
          <p:cNvSpPr txBox="1"/>
          <p:nvPr/>
        </p:nvSpPr>
        <p:spPr>
          <a:xfrm>
            <a:off x="423333" y="931333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30" i="0" b="0">
                <a:solidFill>
                  <a:srgbClr val="D5E9DA"/>
                </a:solidFill>
                <a:latin typeface="Pathway Gothic One"/>
              </a:rPr>
              <a:t>LIVE FROM COSTA RICA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423333" y="1439333"/>
            <a:ext cx="2540000" cy="3386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i="0" b="1">
                <a:solidFill>
                  <a:srgbClr val="F4F1EA"/>
                </a:solidFill>
                <a:latin typeface="Montserrat"/>
              </a:rPr>
              <a:t>Building the piles.</a:t>
            </a:r>
          </a:p>
        </p:txBody>
      </p:sp>
      <p:sp>
        <p:nvSpPr>
          <p:cNvPr id="8" name="credit"/>
          <p:cNvSpPr txBox="1"/>
          <p:nvPr/>
        </p:nvSpPr>
        <p:spPr>
          <a:xfrm>
            <a:off x="423333" y="10498667"/>
            <a:ext cx="2540000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30" i="0" b="0">
                <a:solidFill>
                  <a:srgbClr val="E3DDCC"/>
                </a:solidFill>
                <a:latin typeface="Source Sans 3"/>
              </a:rPr>
              <a:t>Photo: Soil Food Web Foundation (Costa Rica, 2025)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