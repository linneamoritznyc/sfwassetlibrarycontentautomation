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4" name="strip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3386667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3733" y="9770533"/>
            <a:ext cx="1236133" cy="1236133"/>
          </a:xfrm>
          <a:prstGeom prst="rect">
            <a:avLst/>
          </a:prstGeom>
        </p:spPr>
      </p:pic>
      <p:sp>
        <p:nvSpPr>
          <p:cNvPr id="6" name="label"/>
          <p:cNvSpPr txBox="1"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59A66C"/>
                </a:solidFill>
                <a:latin typeface="Pathway Gothic One"/>
              </a:rPr>
              <a:t>ACCELERATOR WORKSHOP, COSTA RICA</a:t>
            </a:r>
          </a:p>
        </p:txBody>
      </p:sp>
      <p:sp>
        <p:nvSpPr>
          <p:cNvPr id="7" name="heading"/>
          <p:cNvSpPr txBox="1"/>
          <p:nvPr/>
        </p:nvSpPr>
        <p:spPr>
          <a:xfrm>
            <a:off x="762000" y="973667"/>
            <a:ext cx="7620000" cy="93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730" i="0" b="1">
                <a:solidFill>
                  <a:srgbClr val="F4F1EA"/>
                </a:solidFill>
                <a:latin typeface="Montserrat"/>
              </a:rPr>
              <a:t>Tomorrow we start.</a:t>
            </a:r>
          </a:p>
        </p:txBody>
      </p:sp>
      <p:sp>
        <p:nvSpPr>
          <p:cNvPr id="8" name="body"/>
          <p:cNvSpPr txBox="1"/>
          <p:nvPr/>
        </p:nvSpPr>
        <p:spPr>
          <a:xfrm>
            <a:off x="762000" y="1989667"/>
            <a:ext cx="7450667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530" i="0" b="0">
                <a:solidFill>
                  <a:srgbClr val="E3DDCC"/>
                </a:solidFill>
                <a:latin typeface="Source Sans 3"/>
              </a:rPr>
              <a:t>Week one: compost. Week two: biological liquid amendments.</a:t>
            </a:r>
          </a:p>
        </p:txBody>
      </p:sp>
      <p:sp>
        <p:nvSpPr>
          <p:cNvPr id="9" name="credit"/>
          <p:cNvSpPr txBox="1"/>
          <p:nvPr/>
        </p:nvSpPr>
        <p:spPr>
          <a:xfrm>
            <a:off x="762000" y="2921000"/>
            <a:ext cx="6773333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70" i="0" b="0">
                <a:solidFill>
                  <a:srgbClr val="E3DDCC"/>
                </a:solidFill>
                <a:latin typeface="Source Sans 3"/>
              </a:rPr>
              <a:t>Photo: Soil Food Web Foundation (Costa Rica, 2025)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