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" y="728133"/>
            <a:ext cx="7687733" cy="65024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7620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4F3433"/>
                </a:solidFill>
                <a:latin typeface="Pathway Gothic One"/>
              </a:rPr>
              <a:t>PERMACULTURE PRINCIPLE 1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8085667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200" i="0" b="1">
                <a:solidFill>
                  <a:srgbClr val="4F3433"/>
                </a:solidFill>
                <a:latin typeface="Montserrat"/>
              </a:rPr>
              <a:t>Observe and interact.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8915400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i="0" b="0">
                <a:solidFill>
                  <a:srgbClr val="333130"/>
                </a:solidFill>
                <a:latin typeface="Source Sans 3"/>
              </a:rPr>
              <a:t>Watch first, then design.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6434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 (Panchamana, Ecosystem Restoration Camps)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