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33" y="7162800"/>
            <a:ext cx="3623733" cy="3623733"/>
          </a:xfrm>
          <a:prstGeom prst="rect">
            <a:avLst/>
          </a:prstGeom>
        </p:spPr>
      </p:pic>
      <p:pic>
        <p:nvPicPr>
          <p:cNvPr id="4" name="micr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33" y="7162800"/>
            <a:ext cx="3623733" cy="36237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733" y="14342533"/>
            <a:ext cx="1490133" cy="14901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READ THE DROP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F4F1EA"/>
                </a:solidFill>
                <a:latin typeface="Montserrat"/>
              </a:rPr>
              <a:t>Spores or hyphae?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846667" y="10922000"/>
            <a:ext cx="338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i="0" b="0">
                <a:solidFill>
                  <a:srgbClr val="F4F1EA"/>
                </a:solidFill>
                <a:latin typeface="Pathway Gothic One"/>
              </a:rPr>
              <a:t>SPORES: FUNGI ON PAUSE</a:t>
            </a:r>
          </a:p>
        </p:txBody>
      </p:sp>
      <p:sp>
        <p:nvSpPr>
          <p:cNvPr id="9" name="label"/>
          <p:cNvSpPr txBox="1"/>
          <p:nvPr/>
        </p:nvSpPr>
        <p:spPr>
          <a:xfrm>
            <a:off x="4910667" y="10922000"/>
            <a:ext cx="3386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i="0" b="0">
                <a:solidFill>
                  <a:srgbClr val="F4F1EA"/>
                </a:solidFill>
                <a:latin typeface="Pathway Gothic One"/>
              </a:rPr>
              <a:t>HYPHAE: FUNGI AT WORK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762000" y="15629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Micrographs: SFW library, Marco Trevisan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067" y="6671733"/>
            <a:ext cx="5621867" cy="56218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14342533"/>
            <a:ext cx="1490133" cy="1490133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1185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70" i="0" b="1">
                <a:solidFill>
                  <a:srgbClr val="F4F1EA"/>
                </a:solidFill>
                <a:latin typeface="Montserrat"/>
              </a:rPr>
              <a:t>Hyphae on your slide mean fungi growing and working now.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62000" y="15629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Micrographs: SFW library, Marco Trevisan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