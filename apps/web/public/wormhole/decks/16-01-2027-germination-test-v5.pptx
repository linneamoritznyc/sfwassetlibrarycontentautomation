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diagram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196667"/>
            <a:ext cx="5080000" cy="3217333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4533" y="9982200"/>
            <a:ext cx="1185333" cy="1024467"/>
          </a:xfrm>
          <a:prstGeom prst="rect">
            <a:avLst/>
          </a:prstGeom>
        </p:spPr>
      </p:pic>
      <p:sp>
        <p:nvSpPr>
          <p:cNvPr id="5" name="step"/>
          <p:cNvSpPr txBox="1"/>
          <p:nvPr/>
        </p:nvSpPr>
        <p:spPr>
          <a:xfrm>
            <a:off x="762000" y="592667"/>
            <a:ext cx="3386667" cy="30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0" i="0" b="1">
                <a:solidFill>
                  <a:srgbClr val="156826"/>
                </a:solidFill>
                <a:latin typeface="Montserrat"/>
              </a:rPr>
              <a:t>1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762000" y="3979333"/>
            <a:ext cx="7450667" cy="279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70" i="0" b="1">
                <a:solidFill>
                  <a:srgbClr val="4F3433"/>
                </a:solidFill>
                <a:latin typeface="Montserrat"/>
              </a:rPr>
              <a:t>Sow 100 radish or cress seeds in moist compost.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533" y="9982200"/>
            <a:ext cx="1185333" cy="1024467"/>
          </a:xfrm>
          <a:prstGeom prst="rect">
            <a:avLst/>
          </a:prstGeom>
        </p:spPr>
      </p:pic>
      <p:sp>
        <p:nvSpPr>
          <p:cNvPr id="4" name="step"/>
          <p:cNvSpPr txBox="1"/>
          <p:nvPr/>
        </p:nvSpPr>
        <p:spPr>
          <a:xfrm>
            <a:off x="762000" y="592667"/>
            <a:ext cx="3386667" cy="30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0" i="0" b="1">
                <a:solidFill>
                  <a:srgbClr val="156826"/>
                </a:solidFill>
                <a:latin typeface="Montserrat"/>
              </a:rPr>
              <a:t>2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762000" y="3979333"/>
            <a:ext cx="7450667" cy="279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70" i="0" b="1">
                <a:solidFill>
                  <a:srgbClr val="4F3433"/>
                </a:solidFill>
                <a:latin typeface="Montserrat"/>
              </a:rPr>
              <a:t>Keep it moist and in the light for 5 to 10 days.</a:t>
            </a:r>
          </a:p>
        </p:txBody>
      </p:sp>
      <p:sp>
        <p:nvSpPr>
          <p:cNvPr id="6" name="credit"/>
          <p:cNvSpPr txBox="1"/>
          <p:nvPr/>
        </p:nvSpPr>
        <p:spPr>
          <a:xfrm>
            <a:off x="762000" y="10803467"/>
            <a:ext cx="5418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70" i="0" b="0">
                <a:solidFill>
                  <a:srgbClr val="333130"/>
                </a:solidFill>
                <a:latin typeface="Source Sans 3"/>
              </a:rPr>
              <a:t>Method: Institute for Local Self-Reliance, germination test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diagram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196667"/>
            <a:ext cx="5080000" cy="3217333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4533" y="9982200"/>
            <a:ext cx="1185333" cy="1024467"/>
          </a:xfrm>
          <a:prstGeom prst="rect">
            <a:avLst/>
          </a:prstGeom>
        </p:spPr>
      </p:pic>
      <p:sp>
        <p:nvSpPr>
          <p:cNvPr id="5" name="step"/>
          <p:cNvSpPr txBox="1"/>
          <p:nvPr/>
        </p:nvSpPr>
        <p:spPr>
          <a:xfrm>
            <a:off x="762000" y="592667"/>
            <a:ext cx="3386667" cy="30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0" i="0" b="1">
                <a:solidFill>
                  <a:srgbClr val="156826"/>
                </a:solidFill>
                <a:latin typeface="Montserrat"/>
              </a:rPr>
              <a:t>3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762000" y="3979333"/>
            <a:ext cx="7450667" cy="279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70" i="0" b="1">
                <a:solidFill>
                  <a:srgbClr val="4F3433"/>
                </a:solidFill>
                <a:latin typeface="Montserrat"/>
              </a:rPr>
              <a:t>80 or more sprouts: the compost is likely mature.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