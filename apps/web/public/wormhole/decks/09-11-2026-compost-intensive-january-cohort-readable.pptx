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875520" cy="12344400"/>
  <p:notesSz cx="1234440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-1-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365760" y="365760"/>
            <a:ext cx="5486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960" b="1" dirty="0">
                <a:solidFill>
                  <a:srgbClr val="1568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30960" dirty="0"/>
          </a:p>
        </p:txBody>
      </p:sp>
      <p:sp>
        <p:nvSpPr>
          <p:cNvPr id="3" name="Label"/>
          <p:cNvSpPr txBox="1"/>
          <p:nvPr/>
        </p:nvSpPr>
        <p:spPr>
          <a:xfrm>
            <a:off x="731520" y="4754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910" dirty="0">
                <a:solidFill>
                  <a:srgbClr val="4F3433"/>
                </a:solidFill>
                <a:latin typeface="Pathway Gothic One" pitchFamily="34" charset="0"/>
                <a:ea typeface="Pathway Gothic One" pitchFamily="34" charset="-122"/>
                <a:cs typeface="Pathway Gothic One" pitchFamily="34" charset="-120"/>
              </a:rPr>
              <a:t>WEEKS ONLINE</a:t>
            </a:r>
            <a:endParaRPr lang="en-US" sz="6910" dirty="0"/>
          </a:p>
        </p:txBody>
      </p:sp>
      <p:sp>
        <p:nvSpPr>
          <p:cNvPr id="4" name="Thermometer tube"/>
          <p:cNvSpPr/>
          <p:nvPr/>
        </p:nvSpPr>
        <p:spPr>
          <a:xfrm>
            <a:off x="7315200" y="1005840"/>
            <a:ext cx="1097280" cy="5852160"/>
          </a:xfrm>
          <a:prstGeom prst="rect">
            <a:avLst/>
          </a:prstGeom>
          <a:solidFill>
            <a:srgbClr val="F4F1EA"/>
          </a:solidFill>
          <a:ln w="381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5" name="Thermometer fill"/>
          <p:cNvSpPr/>
          <p:nvPr/>
        </p:nvSpPr>
        <p:spPr>
          <a:xfrm>
            <a:off x="7552944" y="3017520"/>
            <a:ext cx="621792" cy="3931920"/>
          </a:xfrm>
          <a:prstGeom prst="rect">
            <a:avLst/>
          </a:prstGeom>
          <a:solidFill>
            <a:srgbClr val="156826"/>
          </a:solidFill>
          <a:ln w="12700">
            <a:solidFill>
              <a:srgbClr val="156826"/>
            </a:solidFill>
            <a:prstDash val="solid"/>
          </a:ln>
        </p:spPr>
        <p:txBody>
          <a:bodyPr/>
          <a:p/>
        </p:txBody>
      </p:sp>
      <p:sp>
        <p:nvSpPr>
          <p:cNvPr id="6" name="Thermometer bulb"/>
          <p:cNvSpPr/>
          <p:nvPr/>
        </p:nvSpPr>
        <p:spPr>
          <a:xfrm>
            <a:off x="7040880" y="6400800"/>
            <a:ext cx="1645920" cy="1645920"/>
          </a:xfrm>
          <a:prstGeom prst="ellipse">
            <a:avLst/>
          </a:prstGeom>
          <a:solidFill>
            <a:srgbClr val="156826"/>
          </a:solidFill>
          <a:ln w="12700">
            <a:solidFill>
              <a:srgbClr val="156826"/>
            </a:solidFill>
            <a:prstDash val="solid"/>
          </a:ln>
        </p:spPr>
        <p:txBody>
          <a:bodyPr/>
          <a:p/>
        </p:txBody>
      </p:sp>
      <p:sp>
        <p:nvSpPr>
          <p:cNvPr id="7" name="Tick 1"/>
          <p:cNvSpPr/>
          <p:nvPr/>
        </p:nvSpPr>
        <p:spPr>
          <a:xfrm>
            <a:off x="8412480" y="1828800"/>
            <a:ext cx="365760" cy="54864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8" name="Tick 2"/>
          <p:cNvSpPr/>
          <p:nvPr/>
        </p:nvSpPr>
        <p:spPr>
          <a:xfrm>
            <a:off x="8412480" y="2743200"/>
            <a:ext cx="365760" cy="54864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9" name="Tick 3"/>
          <p:cNvSpPr/>
          <p:nvPr/>
        </p:nvSpPr>
        <p:spPr>
          <a:xfrm>
            <a:off x="8412480" y="3657600"/>
            <a:ext cx="365760" cy="54864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10" name="Tick 4"/>
          <p:cNvSpPr/>
          <p:nvPr/>
        </p:nvSpPr>
        <p:spPr>
          <a:xfrm>
            <a:off x="8412480" y="4572000"/>
            <a:ext cx="365760" cy="54864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11" name="Tick 5"/>
          <p:cNvSpPr/>
          <p:nvPr/>
        </p:nvSpPr>
        <p:spPr>
          <a:xfrm>
            <a:off x="8412480" y="5486400"/>
            <a:ext cx="365760" cy="54864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12" name="Temp box"/>
          <p:cNvSpPr/>
          <p:nvPr/>
        </p:nvSpPr>
        <p:spPr>
          <a:xfrm>
            <a:off x="3985955" y="2743200"/>
            <a:ext cx="3237805" cy="822960"/>
          </a:xfrm>
          <a:prstGeom prst="rect">
            <a:avLst/>
          </a:prstGeom>
          <a:solidFill>
            <a:srgbClr val="C89B7B"/>
          </a:solidFill>
          <a:ln w="12700">
            <a:solidFill>
              <a:srgbClr val="C89B7B"/>
            </a:solidFill>
            <a:prstDash val="solid"/>
          </a:ln>
        </p:spPr>
        <p:txBody>
          <a:bodyPr/>
          <a:p/>
        </p:txBody>
      </p:sp>
      <p:sp>
        <p:nvSpPr>
          <p:cNvPr id="13" name="Temp"/>
          <p:cNvSpPr txBox="1"/>
          <p:nvPr/>
        </p:nvSpPr>
        <p:spPr>
          <a:xfrm>
            <a:off x="4168835" y="2907792"/>
            <a:ext cx="29634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4" b="1" dirty="0">
                <a:solidFill>
                  <a:srgbClr val="4F34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55 to 68°C</a:t>
            </a:r>
            <a:endParaRPr lang="en-US" sz="3310" dirty="0"/>
          </a:p>
        </p:txBody>
      </p:sp>
      <p:sp>
        <p:nvSpPr>
          <p:cNvPr id="14" name="Blue box"/>
          <p:cNvSpPr/>
          <p:nvPr/>
        </p:nvSpPr>
        <p:spPr>
          <a:xfrm>
            <a:off x="0" y="8778240"/>
            <a:ext cx="9875520" cy="3566160"/>
          </a:xfrm>
          <a:prstGeom prst="rect">
            <a:avLst/>
          </a:prstGeom>
          <a:solidFill>
            <a:srgbClr val="3780B8"/>
          </a:solidFill>
          <a:ln w="12700">
            <a:solidFill>
              <a:srgbClr val="3780B8"/>
            </a:solidFill>
            <a:prstDash val="solid"/>
          </a:ln>
        </p:spPr>
        <p:txBody>
          <a:bodyPr/>
          <a:p/>
        </p:txBody>
      </p:sp>
      <p:sp>
        <p:nvSpPr>
          <p:cNvPr id="15" name="Headline"/>
          <p:cNvSpPr txBox="1"/>
          <p:nvPr/>
        </p:nvSpPr>
        <p:spPr>
          <a:xfrm>
            <a:off x="640080" y="905256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7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Compost Intensive</a:t>
            </a:r>
            <a:endParaRPr lang="en-US" sz="547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7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Course</a:t>
            </a:r>
            <a:endParaRPr lang="en-US" sz="5470" dirty="0"/>
          </a:p>
        </p:txBody>
      </p:sp>
      <p:sp>
        <p:nvSpPr>
          <p:cNvPr id="16" name="Details"/>
          <p:cNvSpPr txBox="1"/>
          <p:nvPr/>
        </p:nvSpPr>
        <p:spPr>
          <a:xfrm>
            <a:off x="640080" y="11109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Q&amp;A every week</a:t>
            </a:r>
            <a:endParaRPr lang="en-US" sz="3740" dirty="0"/>
          </a:p>
        </p:txBody>
      </p:sp>
      <p:pic>
        <p:nvPicPr>
          <p:cNvPr id="18" name="SFW 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6984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own box"/>
          <p:cNvSpPr/>
          <p:nvPr/>
        </p:nvSpPr>
        <p:spPr>
          <a:xfrm>
            <a:off x="0" y="0"/>
            <a:ext cx="9875520" cy="2286000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3" name="Headline"/>
          <p:cNvSpPr txBox="1"/>
          <p:nvPr/>
        </p:nvSpPr>
        <p:spPr>
          <a:xfrm>
            <a:off x="640080" y="640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76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skill a week</a:t>
            </a:r>
            <a:endParaRPr lang="en-US" sz="5760" dirty="0"/>
          </a:p>
        </p:txBody>
      </p:sp>
      <p:pic>
        <p:nvPicPr>
          <p:cNvPr id="17" name="SFW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57200"/>
            <a:ext cx="1280160" cy="1280160"/>
          </a:xfrm>
          <a:prstGeom prst="rect">
            <a:avLst/>
          </a:prstGeom>
        </p:spPr>
      </p:pic>
      <p:sp>
        <p:nvSpPr>
          <p:cNvPr id="5" name="Path line"/>
          <p:cNvSpPr/>
          <p:nvPr/>
        </p:nvSpPr>
        <p:spPr>
          <a:xfrm>
            <a:off x="1078992" y="3017520"/>
            <a:ext cx="73152" cy="7900416"/>
          </a:xfrm>
          <a:prstGeom prst="rect">
            <a:avLst/>
          </a:prstGeom>
          <a:solidFill>
            <a:srgbClr val="C89B7B"/>
          </a:solidFill>
          <a:ln w="12700">
            <a:solidFill>
              <a:srgbClr val="C89B7B"/>
            </a:solidFill>
            <a:prstDash val="solid"/>
          </a:ln>
        </p:spPr>
        <p:txBody>
          <a:bodyPr/>
          <a:p/>
        </p:txBody>
      </p:sp>
      <p:sp>
        <p:nvSpPr>
          <p:cNvPr id="6" name="Step 1"/>
          <p:cNvSpPr/>
          <p:nvPr/>
        </p:nvSpPr>
        <p:spPr>
          <a:xfrm>
            <a:off x="822960" y="2724912"/>
            <a:ext cx="585216" cy="585216"/>
          </a:xfrm>
          <a:prstGeom prst="ellipse">
            <a:avLst/>
          </a:prstGeom>
          <a:solidFill>
            <a:srgbClr val="156826"/>
          </a:solidFill>
          <a:ln>
            <a:solidFill>
              <a:srgbClr val="1568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24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Step 2"/>
          <p:cNvSpPr/>
          <p:nvPr/>
        </p:nvSpPr>
        <p:spPr>
          <a:xfrm>
            <a:off x="822960" y="3602736"/>
            <a:ext cx="585216" cy="585216"/>
          </a:xfrm>
          <a:prstGeom prst="ellipse">
            <a:avLst/>
          </a:prstGeom>
          <a:solidFill>
            <a:srgbClr val="3780B8"/>
          </a:solidFill>
          <a:ln>
            <a:solidFill>
              <a:srgbClr val="3780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24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300" dirty="0"/>
          </a:p>
        </p:txBody>
      </p:sp>
      <p:sp>
        <p:nvSpPr>
          <p:cNvPr id="8" name="Step 3"/>
          <p:cNvSpPr/>
          <p:nvPr/>
        </p:nvSpPr>
        <p:spPr>
          <a:xfrm>
            <a:off x="822960" y="4480560"/>
            <a:ext cx="585216" cy="585216"/>
          </a:xfrm>
          <a:prstGeom prst="ellipse">
            <a:avLst/>
          </a:prstGeom>
          <a:solidFill>
            <a:srgbClr val="156826"/>
          </a:solidFill>
          <a:ln>
            <a:solidFill>
              <a:srgbClr val="1568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24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300" dirty="0"/>
          </a:p>
        </p:txBody>
      </p:sp>
      <p:sp>
        <p:nvSpPr>
          <p:cNvPr id="9" name="Step 4"/>
          <p:cNvSpPr/>
          <p:nvPr/>
        </p:nvSpPr>
        <p:spPr>
          <a:xfrm>
            <a:off x="822960" y="5358384"/>
            <a:ext cx="585216" cy="585216"/>
          </a:xfrm>
          <a:prstGeom prst="ellipse">
            <a:avLst/>
          </a:prstGeom>
          <a:solidFill>
            <a:srgbClr val="3780B8"/>
          </a:solidFill>
          <a:ln>
            <a:solidFill>
              <a:srgbClr val="3780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24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300" dirty="0"/>
          </a:p>
        </p:txBody>
      </p:sp>
      <p:sp>
        <p:nvSpPr>
          <p:cNvPr id="10" name="Step 5"/>
          <p:cNvSpPr/>
          <p:nvPr/>
        </p:nvSpPr>
        <p:spPr>
          <a:xfrm>
            <a:off x="822960" y="6236208"/>
            <a:ext cx="585216" cy="585216"/>
          </a:xfrm>
          <a:prstGeom prst="ellipse">
            <a:avLst/>
          </a:prstGeom>
          <a:solidFill>
            <a:srgbClr val="156826"/>
          </a:solidFill>
          <a:ln>
            <a:solidFill>
              <a:srgbClr val="1568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24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300" dirty="0"/>
          </a:p>
        </p:txBody>
      </p:sp>
      <p:sp>
        <p:nvSpPr>
          <p:cNvPr id="11" name="Step 6"/>
          <p:cNvSpPr/>
          <p:nvPr/>
        </p:nvSpPr>
        <p:spPr>
          <a:xfrm>
            <a:off x="822960" y="7114032"/>
            <a:ext cx="585216" cy="585216"/>
          </a:xfrm>
          <a:prstGeom prst="ellipse">
            <a:avLst/>
          </a:prstGeom>
          <a:solidFill>
            <a:srgbClr val="3780B8"/>
          </a:solidFill>
          <a:ln>
            <a:solidFill>
              <a:srgbClr val="3780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24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300" dirty="0"/>
          </a:p>
        </p:txBody>
      </p:sp>
      <p:sp>
        <p:nvSpPr>
          <p:cNvPr id="12" name="Step 7"/>
          <p:cNvSpPr/>
          <p:nvPr/>
        </p:nvSpPr>
        <p:spPr>
          <a:xfrm>
            <a:off x="822960" y="7991856"/>
            <a:ext cx="585216" cy="585216"/>
          </a:xfrm>
          <a:prstGeom prst="ellipse">
            <a:avLst/>
          </a:prstGeom>
          <a:solidFill>
            <a:srgbClr val="156826"/>
          </a:solidFill>
          <a:ln>
            <a:solidFill>
              <a:srgbClr val="1568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24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300" dirty="0"/>
          </a:p>
        </p:txBody>
      </p:sp>
      <p:sp>
        <p:nvSpPr>
          <p:cNvPr id="13" name="Step 8"/>
          <p:cNvSpPr/>
          <p:nvPr/>
        </p:nvSpPr>
        <p:spPr>
          <a:xfrm>
            <a:off x="822960" y="8869680"/>
            <a:ext cx="585216" cy="585216"/>
          </a:xfrm>
          <a:prstGeom prst="ellipse">
            <a:avLst/>
          </a:prstGeom>
          <a:solidFill>
            <a:srgbClr val="3780B8"/>
          </a:solidFill>
          <a:ln>
            <a:solidFill>
              <a:srgbClr val="3780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24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300" dirty="0"/>
          </a:p>
        </p:txBody>
      </p:sp>
      <p:sp>
        <p:nvSpPr>
          <p:cNvPr id="14" name="Step 9"/>
          <p:cNvSpPr/>
          <p:nvPr/>
        </p:nvSpPr>
        <p:spPr>
          <a:xfrm>
            <a:off x="822960" y="9747504"/>
            <a:ext cx="585216" cy="585216"/>
          </a:xfrm>
          <a:prstGeom prst="ellipse">
            <a:avLst/>
          </a:prstGeom>
          <a:solidFill>
            <a:srgbClr val="156826"/>
          </a:solidFill>
          <a:ln>
            <a:solidFill>
              <a:srgbClr val="1568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24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300" dirty="0"/>
          </a:p>
        </p:txBody>
      </p:sp>
      <p:sp>
        <p:nvSpPr>
          <p:cNvPr id="15" name="Step 10"/>
          <p:cNvSpPr/>
          <p:nvPr/>
        </p:nvSpPr>
        <p:spPr>
          <a:xfrm>
            <a:off x="822960" y="10625328"/>
            <a:ext cx="585216" cy="585216"/>
          </a:xfrm>
          <a:prstGeom prst="ellipse">
            <a:avLst/>
          </a:prstGeom>
          <a:solidFill>
            <a:srgbClr val="3780B8"/>
          </a:solidFill>
          <a:ln>
            <a:solidFill>
              <a:srgbClr val="3780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24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300" dirty="0"/>
          </a:p>
        </p:txBody>
      </p:sp>
      <p:sp>
        <p:nvSpPr>
          <p:cNvPr id="16" name="Details"/>
          <p:cNvSpPr txBox="1"/>
          <p:nvPr/>
        </p:nvSpPr>
        <p:spPr>
          <a:xfrm>
            <a:off x="1737360" y="2350008"/>
            <a:ext cx="7315200" cy="949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910"/>
              </a:lnSpc>
              <a:buNone/>
            </a:pPr>
            <a:r>
              <a:rPr lang="en-US" sz="3744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Feedstock</a:t>
            </a:r>
            <a:endParaRPr lang="en-US" sz="3460" dirty="0"/>
          </a:p>
          <a:p>
            <a:pPr indent="0" marL="0">
              <a:lnSpc>
                <a:spcPts val="6910"/>
              </a:lnSpc>
              <a:buNone/>
            </a:pPr>
            <a:r>
              <a:rPr lang="en-US" sz="3744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Recipe and tools</a:t>
            </a:r>
            <a:endParaRPr lang="en-US" sz="3460" dirty="0"/>
          </a:p>
          <a:p>
            <a:pPr indent="0" marL="0">
              <a:lnSpc>
                <a:spcPts val="6910"/>
              </a:lnSpc>
              <a:buNone/>
            </a:pPr>
            <a:r>
              <a:rPr lang="en-US" sz="3744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Building the batch</a:t>
            </a:r>
            <a:endParaRPr lang="en-US" sz="3460" dirty="0"/>
          </a:p>
          <a:p>
            <a:pPr indent="0" marL="0">
              <a:lnSpc>
                <a:spcPts val="6910"/>
              </a:lnSpc>
              <a:buNone/>
            </a:pPr>
            <a:r>
              <a:rPr lang="en-US" sz="3744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3 T's</a:t>
            </a:r>
            <a:endParaRPr lang="en-US" sz="3460" dirty="0"/>
          </a:p>
          <a:p>
            <a:pPr indent="0" marL="0">
              <a:lnSpc>
                <a:spcPts val="6910"/>
              </a:lnSpc>
              <a:buNone/>
            </a:pPr>
            <a:r>
              <a:rPr lang="en-US" sz="3744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Troubleshooting</a:t>
            </a:r>
            <a:endParaRPr lang="en-US" sz="3460" dirty="0"/>
          </a:p>
          <a:p>
            <a:pPr indent="0" marL="0">
              <a:lnSpc>
                <a:spcPts val="6910"/>
              </a:lnSpc>
              <a:buNone/>
            </a:pPr>
            <a:r>
              <a:rPr lang="en-US" sz="3744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techniques</a:t>
            </a:r>
            <a:endParaRPr lang="en-US" sz="3460" dirty="0"/>
          </a:p>
          <a:p>
            <a:pPr indent="0" marL="0">
              <a:lnSpc>
                <a:spcPts val="6910"/>
              </a:lnSpc>
              <a:buNone/>
            </a:pPr>
            <a:r>
              <a:rPr lang="en-US" sz="3744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USDA thermal composting</a:t>
            </a:r>
            <a:endParaRPr lang="en-US" sz="3460" dirty="0"/>
          </a:p>
          <a:p>
            <a:pPr indent="0" marL="0">
              <a:lnSpc>
                <a:spcPts val="6910"/>
              </a:lnSpc>
              <a:buNone/>
            </a:pPr>
            <a:r>
              <a:rPr lang="en-US" sz="3744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Vermicompost</a:t>
            </a:r>
            <a:endParaRPr lang="en-US" sz="3460" dirty="0"/>
          </a:p>
          <a:p>
            <a:pPr indent="0" marL="0">
              <a:lnSpc>
                <a:spcPts val="6910"/>
              </a:lnSpc>
              <a:buNone/>
            </a:pPr>
            <a:r>
              <a:rPr lang="en-US" sz="3744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Cooling and maturation</a:t>
            </a:r>
            <a:endParaRPr lang="en-US" sz="3460" dirty="0"/>
          </a:p>
          <a:p>
            <a:pPr indent="0" marL="0">
              <a:lnSpc>
                <a:spcPts val="6910"/>
              </a:lnSpc>
              <a:buNone/>
            </a:pPr>
            <a:r>
              <a:rPr lang="en-US" sz="3744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Large-scale windrows</a:t>
            </a:r>
            <a:endParaRPr lang="en-US" sz="34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780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640080" y="64008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7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to read the heat</a:t>
            </a:r>
            <a:endParaRPr lang="en-US" sz="547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7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your compost</a:t>
            </a:r>
            <a:endParaRPr lang="en-US" sz="5470" dirty="0"/>
          </a:p>
        </p:txBody>
      </p:sp>
      <p:sp>
        <p:nvSpPr>
          <p:cNvPr id="3" name="Temperature band"/>
          <p:cNvSpPr/>
          <p:nvPr/>
        </p:nvSpPr>
        <p:spPr>
          <a:xfrm>
            <a:off x="1188720" y="3566160"/>
            <a:ext cx="7863840" cy="1097280"/>
          </a:xfrm>
          <a:prstGeom prst="rect">
            <a:avLst/>
          </a:prstGeom>
          <a:solidFill>
            <a:srgbClr val="C89B7B"/>
          </a:solidFill>
          <a:ln w="12700">
            <a:solidFill>
              <a:srgbClr val="C89B7B"/>
            </a:solidFill>
            <a:prstDash val="solid"/>
          </a:ln>
        </p:spPr>
        <p:txBody>
          <a:bodyPr/>
          <a:p/>
        </p:txBody>
      </p:sp>
      <p:sp>
        <p:nvSpPr>
          <p:cNvPr id="4" name="Band label"/>
          <p:cNvSpPr txBox="1"/>
          <p:nvPr/>
        </p:nvSpPr>
        <p:spPr>
          <a:xfrm>
            <a:off x="5687347" y="3694176"/>
            <a:ext cx="327377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4" b="1" dirty="0">
                <a:solidFill>
                  <a:srgbClr val="4F34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55 to 68°C</a:t>
            </a:r>
            <a:endParaRPr lang="en-US" sz="3310" dirty="0"/>
          </a:p>
        </p:txBody>
      </p:sp>
      <p:sp>
        <p:nvSpPr>
          <p:cNvPr id="5" name="Axis x"/>
          <p:cNvSpPr/>
          <p:nvPr/>
        </p:nvSpPr>
        <p:spPr>
          <a:xfrm>
            <a:off x="1188720" y="7479792"/>
            <a:ext cx="7863840" cy="457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  <p:txBody>
          <a:bodyPr/>
          <a:p/>
        </p:txBody>
      </p:sp>
      <p:sp>
        <p:nvSpPr>
          <p:cNvPr id="6" name="Axis y"/>
          <p:cNvSpPr/>
          <p:nvPr/>
        </p:nvSpPr>
        <p:spPr>
          <a:xfrm>
            <a:off x="1170432" y="2926080"/>
            <a:ext cx="45720" cy="4572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  <p:txBody>
          <a:bodyPr/>
          <a:p/>
        </p:txBody>
      </p:sp>
      <p:pic>
        <p:nvPicPr>
          <p:cNvPr id="7" name="Temperature curve" descr="px/curve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26080"/>
            <a:ext cx="7863840" cy="4572000"/>
          </a:xfrm>
          <a:prstGeom prst="rect">
            <a:avLst/>
          </a:prstGeom>
        </p:spPr>
      </p:pic>
      <p:sp>
        <p:nvSpPr>
          <p:cNvPr id="8" name="Curve note"/>
          <p:cNvSpPr txBox="1"/>
          <p:nvPr/>
        </p:nvSpPr>
        <p:spPr>
          <a:xfrm>
            <a:off x="5377399" y="7680960"/>
            <a:ext cx="3675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4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Typical curve</a:t>
            </a:r>
            <a:endParaRPr lang="en-US" sz="3020" dirty="0"/>
          </a:p>
        </p:txBody>
      </p:sp>
      <p:sp>
        <p:nvSpPr>
          <p:cNvPr id="9" name="Cream card"/>
          <p:cNvSpPr/>
          <p:nvPr/>
        </p:nvSpPr>
        <p:spPr>
          <a:xfrm>
            <a:off x="640080" y="8503920"/>
            <a:ext cx="8595360" cy="30175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  <p:txBody>
          <a:bodyPr/>
          <a:p/>
        </p:txBody>
      </p:sp>
      <p:sp>
        <p:nvSpPr>
          <p:cNvPr id="10" name="Headline 2"/>
          <p:cNvSpPr txBox="1"/>
          <p:nvPr/>
        </p:nvSpPr>
        <p:spPr>
          <a:xfrm>
            <a:off x="1005840" y="8823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180" b="1" dirty="0">
                <a:solidFill>
                  <a:srgbClr val="1568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Starts January 2027</a:t>
            </a:r>
            <a:endParaRPr lang="en-US" sz="4180" dirty="0"/>
          </a:p>
        </p:txBody>
      </p:sp>
      <p:sp>
        <p:nvSpPr>
          <p:cNvPr id="11" name="Details"/>
          <p:cNvSpPr txBox="1"/>
          <p:nvPr/>
        </p:nvSpPr>
        <p:spPr>
          <a:xfrm>
            <a:off x="1005840" y="96926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Included in the Foundation</a:t>
            </a:r>
            <a:endParaRPr lang="en-US" sz="3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Courses bundle. Link in bio.</a:t>
            </a:r>
            <a:endParaRPr lang="en-US" sz="3740" dirty="0"/>
          </a:p>
        </p:txBody>
      </p:sp>
      <p:pic>
        <p:nvPicPr>
          <p:cNvPr id="12" name="SFW logo" descr="px/logo-colo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4183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09-11-2026 Compost Intensive January cohort</dc:title>
  <dc:subject>PptxGenJS Presentation</dc:subject>
  <dc:creator>PptxGenJS</dc:creator>
  <cp:lastModifiedBy>PptxGenJS</cp:lastModifiedBy>
  <cp:revision>1</cp:revision>
  <dcterms:created xsi:type="dcterms:W3CDTF">2026-10-30T21:45:35Z</dcterms:created>
  <dcterms:modified xsi:type="dcterms:W3CDTF">2026-10-30T21:45:35Z</dcterms:modified>
</cp:coreProperties>
</file>