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cove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000"/>
            <a:ext cx="9144000" cy="1143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6231467"/>
            <a:ext cx="5418667" cy="54186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It latches onto an algal cell and drills through the wall.</a:t>
            </a:r>
          </a:p>
        </p:txBody>
      </p:sp>
      <p:sp>
        <p:nvSpPr>
          <p:cNvPr id="6" name="label a vampire amoeba on a st"/>
          <p:cNvSpPr txBox="1"/>
          <p:nvPr/>
        </p:nvSpPr>
        <p:spPr>
          <a:xfrm>
            <a:off x="762000" y="11819467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 vampire amoeba on a strand of algae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Photos: Hess, Sausen and Melkonian 2012, PLoS ONE, CC BY 4.0 (cropped)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6231467"/>
            <a:ext cx="5418667" cy="54186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Then it drains what is inside.</a:t>
            </a:r>
          </a:p>
        </p:txBody>
      </p:sp>
      <p:sp>
        <p:nvSpPr>
          <p:cNvPr id="6" name="label draining an algal cell"/>
          <p:cNvSpPr txBox="1"/>
          <p:nvPr/>
        </p:nvSpPr>
        <p:spPr>
          <a:xfrm>
            <a:off x="762000" y="11819467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draining an algal cell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Photos: Hess, Sausen and Melkonian 2012, PLoS ONE, CC BY 4.0 (cropped)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733" y="6595533"/>
            <a:ext cx="4690533" cy="46905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Our mentor Wes Sander wrote all about them on our blog. Link in bio.</a:t>
            </a:r>
          </a:p>
        </p:txBody>
      </p:sp>
      <p:sp>
        <p:nvSpPr>
          <p:cNvPr id="6" name="label Vampyrella lateritia"/>
          <p:cNvSpPr txBox="1"/>
          <p:nvPr/>
        </p:nvSpPr>
        <p:spPr>
          <a:xfrm>
            <a:off x="762000" y="114554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Vampyrella lateritia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Photos: Hess, Sausen and Melkonian 2012, PLoS ONE, CC BY 4.0 (cropped)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