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pic>
        <p:nvPicPr>
          <p:cNvPr id="4" name="photo-placehold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64000"/>
            <a:ext cx="7620000" cy="5080000"/>
          </a:xfrm>
          <a:prstGeom prst="rect">
            <a:avLst/>
          </a:prstGeom>
        </p:spPr>
      </p:pic>
      <p:pic>
        <p:nvPicPr>
          <p:cNvPr id="5" name="placeholder-fram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" y="3979333"/>
            <a:ext cx="7789333" cy="5249333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Trial name, place and season.</a:t>
            </a:r>
          </a:p>
        </p:txBody>
      </p:sp>
      <p:sp>
        <p:nvSpPr>
          <p:cNvPr id="8" name="label PHOTO: the trial plot, f"/>
          <p:cNvSpPr txBox="1"/>
          <p:nvPr/>
        </p:nvSpPr>
        <p:spPr>
          <a:xfrm>
            <a:off x="1100667" y="6350000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F4F1EA"/>
                </a:solidFill>
                <a:latin typeface="Montserrat"/>
              </a:rPr>
              <a:t>PHOTO: the trial plot, from the graduate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The question they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The method in 3 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pic>
        <p:nvPicPr>
          <p:cNvPr id="4" name="number-box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02667"/>
            <a:ext cx="7620000" cy="3556000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The result, one big number.</a:t>
            </a:r>
          </a:p>
        </p:txBody>
      </p:sp>
      <p:sp>
        <p:nvSpPr>
          <p:cNvPr id="7" name="label [the number]"/>
          <p:cNvSpPr txBox="1"/>
          <p:nvPr/>
        </p:nvSpPr>
        <p:spPr>
          <a:xfrm>
            <a:off x="762000" y="5757333"/>
            <a:ext cx="762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4270" i="0" b="1">
                <a:solidFill>
                  <a:srgbClr val="F4F1EA"/>
                </a:solidFill>
                <a:latin typeface="Montserrat"/>
              </a:rPr>
              <a:t>[the number]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What surprised them, including what didn't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pic>
        <p:nvPicPr>
          <p:cNvPr id="4" name="photo-placehold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25333"/>
            <a:ext cx="5080000" cy="5080000"/>
          </a:xfrm>
          <a:prstGeom prst="rect">
            <a:avLst/>
          </a:prstGeom>
        </p:spPr>
      </p:pic>
      <p:pic>
        <p:nvPicPr>
          <p:cNvPr id="5" name="placeholder-fram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" y="3640667"/>
            <a:ext cx="5249333" cy="5249333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FIELD NOTES No. 02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F4F1EA"/>
                </a:solidFill>
                <a:latin typeface="Fredoka"/>
              </a:rPr>
              <a:t>Who ran it.</a:t>
            </a:r>
          </a:p>
        </p:txBody>
      </p:sp>
      <p:sp>
        <p:nvSpPr>
          <p:cNvPr id="8" name="label PHOTO: the graduate who "/>
          <p:cNvSpPr txBox="1"/>
          <p:nvPr/>
        </p:nvSpPr>
        <p:spPr>
          <a:xfrm>
            <a:off x="1100667" y="6011333"/>
            <a:ext cx="440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F4F1EA"/>
                </a:solidFill>
                <a:latin typeface="Montserrat"/>
              </a:rPr>
              <a:t>PHOTO: the graduate who ran the 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