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ound 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667" y="6265333"/>
            <a:ext cx="4064000" cy="4064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733" y="9770533"/>
            <a:ext cx="1236133" cy="1236133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59A66C"/>
                </a:solidFill>
                <a:latin typeface="Pathway Gothic One"/>
              </a:rPr>
              <a:t>SOIL IN NUMBERS</a:t>
            </a:r>
          </a:p>
        </p:txBody>
      </p:sp>
      <p:sp>
        <p:nvSpPr>
          <p:cNvPr id="6" name="number"/>
          <p:cNvSpPr txBox="1"/>
          <p:nvPr/>
        </p:nvSpPr>
        <p:spPr>
          <a:xfrm>
            <a:off x="762000" y="1270000"/>
            <a:ext cx="7620000" cy="287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i="0" b="1">
                <a:solidFill>
                  <a:srgbClr val="F4F1EA"/>
                </a:solidFill>
                <a:latin typeface="Montserrat"/>
              </a:rPr>
              <a:t>95%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4402667"/>
            <a:ext cx="5926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729" i="0" b="0">
                <a:solidFill>
                  <a:srgbClr val="F4F1EA"/>
                </a:solidFill>
                <a:latin typeface="Source Sans 3"/>
              </a:rPr>
              <a:t>of our food is produced in soil.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3725333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30" i="0" b="0">
                <a:solidFill>
                  <a:srgbClr val="E3DDCC"/>
                </a:solidFill>
                <a:latin typeface="Source Sans 3"/>
              </a:rPr>
              <a:t>Source: FAO, 2017. 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