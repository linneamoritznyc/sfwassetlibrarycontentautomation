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7.jp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7.jp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7.jpg"/><Relationship Id="rId5" Type="http://schemas.openxmlformats.org/officeDocument/2006/relationships/image" Target="../media/image1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7.jpg"/><Relationship Id="rId4" Type="http://schemas.openxmlformats.org/officeDocument/2006/relationships/image" Target="../media/image16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osta-rica-heliconia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418667"/>
            <a:ext cx="1913467" cy="4741333"/>
          </a:xfrm>
          <a:prstGeom prst="rect">
            <a:avLst/>
          </a:prstGeom>
        </p:spPr>
      </p:pic>
      <p:pic>
        <p:nvPicPr>
          <p:cNvPr id="4" name="costa-rica-hibiscu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333" y="7281333"/>
            <a:ext cx="2209800" cy="2540000"/>
          </a:xfrm>
          <a:prstGeom prst="rect">
            <a:avLst/>
          </a:prstGeom>
        </p:spPr>
      </p:pic>
      <p:pic>
        <p:nvPicPr>
          <p:cNvPr id="5" name="costa-rica-torch-ging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9333" y="5080000"/>
            <a:ext cx="2743200" cy="4741333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70" i="0" b="1">
                <a:solidFill>
                  <a:srgbClr val="4F3433"/>
                </a:solidFill>
                <a:latin typeface="Fredoka"/>
              </a:rPr>
              <a:t>Fun Soil News: December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top-bar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31333"/>
          </a:xfrm>
          <a:prstGeom prst="rect">
            <a:avLst/>
          </a:prstGeom>
        </p:spPr>
      </p:pic>
      <p:pic>
        <p:nvPicPr>
          <p:cNvPr id="4" name="tamil-nadu-marigold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67" y="6942667"/>
            <a:ext cx="1481667" cy="2540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778933" y="338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FUN SOIL NEWS · DECEMBER 2026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Story 1. Country in big type, one sentence,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top-bar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31333"/>
          </a:xfrm>
          <a:prstGeom prst="rect">
            <a:avLst/>
          </a:prstGeom>
        </p:spPr>
      </p:pic>
      <p:pic>
        <p:nvPicPr>
          <p:cNvPr id="4" name="costa-rica-hibiscu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67" y="6942667"/>
            <a:ext cx="2209800" cy="2540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778933" y="338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FUN SOIL NEWS · DECEMBER 2026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Story 2. Country in big type, one sentence,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top-bar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31333"/>
          </a:xfrm>
          <a:prstGeom prst="rect">
            <a:avLst/>
          </a:prstGeom>
        </p:spPr>
      </p:pic>
      <p:pic>
        <p:nvPicPr>
          <p:cNvPr id="4" name="costa-rica-poro-flow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67" y="6942667"/>
            <a:ext cx="3217333" cy="2540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778933" y="338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FUN SOIL NEWS · DECEMBER 2026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Story 3. Country in big type, one sentence, 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osta-rica-poro-flow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42667"/>
            <a:ext cx="16933" cy="2540000"/>
          </a:xfrm>
          <a:prstGeom prst="rect">
            <a:avLst/>
          </a:prstGeom>
        </p:spPr>
      </p:pic>
      <p:pic>
        <p:nvPicPr>
          <p:cNvPr id="4" name="top-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931333"/>
          </a:xfrm>
          <a:prstGeom prst="rect">
            <a:avLst/>
          </a:prstGeom>
        </p:spPr>
      </p:pic>
      <p:pic>
        <p:nvPicPr>
          <p:cNvPr id="5" name="tamil-nadu-pink-lotus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667" y="6942667"/>
            <a:ext cx="2277533" cy="2540000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eyebrow"/>
          <p:cNvSpPr txBox="1"/>
          <p:nvPr/>
        </p:nvSpPr>
        <p:spPr>
          <a:xfrm>
            <a:off x="778933" y="338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FUN SOIL NEWS · DECEMBER 2026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Story 4. Country in big type, one sentence, source.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top-bar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31333"/>
          </a:xfrm>
          <a:prstGeom prst="rect">
            <a:avLst/>
          </a:prstGeom>
        </p:spPr>
      </p:pic>
      <p:pic>
        <p:nvPicPr>
          <p:cNvPr id="4" name="santa-fe-globemall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67" y="6942667"/>
            <a:ext cx="1693333" cy="2540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778933" y="338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FUN SOIL NEWS · DECEMBER 2026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Story 5. Country in big type, one sentence,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