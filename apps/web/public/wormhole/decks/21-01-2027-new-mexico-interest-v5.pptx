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733" y="9516533"/>
            <a:ext cx="1490133" cy="1490133"/>
          </a:xfrm>
          <a:prstGeom prst="rect">
            <a:avLst/>
          </a:prstGeom>
        </p:spPr>
      </p:pic>
      <p:sp>
        <p:nvSpPr>
          <p:cNvPr id="4" name="label"/>
          <p:cNvSpPr txBox="1"/>
          <p:nvPr/>
        </p:nvSpPr>
        <p:spPr>
          <a:xfrm>
            <a:off x="762000" y="2201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D5E9DA"/>
                </a:solidFill>
                <a:latin typeface="Pathway Gothic One"/>
              </a:rPr>
              <a:t>ACCELERATOR WORKSHOP, NEW MEXICO</a:t>
            </a:r>
          </a:p>
        </p:txBody>
      </p:sp>
      <p:sp>
        <p:nvSpPr>
          <p:cNvPr id="5" name="heading"/>
          <p:cNvSpPr txBox="1"/>
          <p:nvPr/>
        </p:nvSpPr>
        <p:spPr>
          <a:xfrm>
            <a:off x="762000" y="2794000"/>
            <a:ext cx="76200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670" i="0" b="1">
                <a:solidFill>
                  <a:srgbClr val="F4F1EA"/>
                </a:solidFill>
                <a:latin typeface="Montserrat"/>
              </a:rPr>
              <a:t>3 to 14 May 2027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762000" y="6096000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i="0" b="0">
                <a:solidFill>
                  <a:srgbClr val="E3DDCC"/>
                </a:solidFill>
                <a:latin typeface="Source Sans 3"/>
              </a:rPr>
              <a:t>Register your interest.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