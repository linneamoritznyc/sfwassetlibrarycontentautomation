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7.jp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43333"/>
            <a:ext cx="9144000" cy="3386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333" y="10049933"/>
            <a:ext cx="1100667" cy="9567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592667" y="84158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30" i="0" b="0">
                <a:solidFill>
                  <a:srgbClr val="6B4C7A"/>
                </a:solidFill>
                <a:latin typeface="Pathway Gothic One"/>
              </a:rPr>
              <a:t>INTERNATIONAL WOMEN'S DAY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592667" y="8890000"/>
            <a:ext cx="6434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i="0" b="1">
                <a:solidFill>
                  <a:srgbClr val="4F3433"/>
                </a:solidFill>
                <a:latin typeface="Montserrat"/>
              </a:rPr>
              <a:t>Dr. Elaine Ingham developed the concept of the soil food web.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50667"/>
            <a:ext cx="9144000" cy="39793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333" y="10049933"/>
            <a:ext cx="1100667" cy="9567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592667" y="78232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30" i="0" b="0">
                <a:solidFill>
                  <a:srgbClr val="6B4C7A"/>
                </a:solidFill>
                <a:latin typeface="Pathway Gothic One"/>
              </a:rPr>
              <a:t>A SCIENTIST FIRST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592667" y="8297333"/>
            <a:ext cx="6434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i="0" b="1">
                <a:solidFill>
                  <a:srgbClr val="4F3433"/>
                </a:solidFill>
                <a:latin typeface="Montserrat"/>
              </a:rPr>
              <a:t>Microbiology, then decades of research.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592667" y="9474200"/>
            <a:ext cx="6434667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70" i="0" b="0">
                <a:solidFill>
                  <a:srgbClr val="333130"/>
                </a:solidFill>
                <a:latin typeface="Source Sans 3"/>
              </a:rPr>
              <a:t>St. Olaf College, 1974. A master's in microbiology at Texas A&amp;M, a doctorate at Colorado State, and Oregon State University faculty from 1986.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50667"/>
            <a:ext cx="9144000" cy="39793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333" y="10049933"/>
            <a:ext cx="1100667" cy="9567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592667" y="78232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30" i="0" b="0">
                <a:solidFill>
                  <a:srgbClr val="6B4C7A"/>
                </a:solidFill>
                <a:latin typeface="Pathway Gothic One"/>
              </a:rPr>
              <a:t>THEN SHE TAUGHT IT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592667" y="8297333"/>
            <a:ext cx="6434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i="0" b="1">
                <a:solidFill>
                  <a:srgbClr val="4F3433"/>
                </a:solidFill>
                <a:latin typeface="Montserrat"/>
              </a:rPr>
              <a:t>Dozens of papers, then a school.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592667" y="9474200"/>
            <a:ext cx="6434667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70" i="0" b="0">
                <a:solidFill>
                  <a:srgbClr val="333130"/>
                </a:solidFill>
                <a:latin typeface="Source Sans 3"/>
              </a:rPr>
              <a:t>She wrote the Soil Biology Primer for the USDA Natural Resources Conservation Service and taught microscopy, compost and compost tea to growers around the world.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43333"/>
            <a:ext cx="9144000" cy="3386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333" y="10049933"/>
            <a:ext cx="1100667" cy="9567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592667" y="84158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30" i="0" b="0">
                <a:solidFill>
                  <a:srgbClr val="6B4C7A"/>
                </a:solidFill>
                <a:latin typeface="Pathway Gothic One"/>
              </a:rPr>
              <a:t>CARRY IT ON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592667" y="8890000"/>
            <a:ext cx="6434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i="0" b="1">
                <a:solidFill>
                  <a:srgbClr val="4F3433"/>
                </a:solidFill>
                <a:latin typeface="Montserrat"/>
              </a:rPr>
              <a:t>Start learning the soil food web.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