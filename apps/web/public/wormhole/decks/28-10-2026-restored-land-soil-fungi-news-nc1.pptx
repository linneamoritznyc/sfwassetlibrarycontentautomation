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.png"/><Relationship Id="rId4" Type="http://schemas.openxmlformats.org/officeDocument/2006/relationships/image" Target="../media/image15.jpg"/><Relationship Id="rId5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.png"/><Relationship Id="rId4" Type="http://schemas.openxmlformats.org/officeDocument/2006/relationships/image" Target="../media/image17.jpg"/><Relationship Id="rId5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.png"/><Relationship Id="rId4" Type="http://schemas.openxmlformats.org/officeDocument/2006/relationships/image" Target="../media/image17.jpg"/><Relationship Id="rId5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Illustration: Soil Food Web Foundation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3539067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2125133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3285067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Flinders University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Illustration: Soil Food Web Foundation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Soil fungi lag behind replanted land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933267"/>
            <a:ext cx="7027333" cy="1481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Flinders University, Molecular Ecology, October 2026.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doi.org/10.1111/mec.70552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725333"/>
            <a:ext cx="7924800" cy="39793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487333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402667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Six years later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4186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A team led by Professor Martin Breed sampled the soil fungi in replanted farmland again.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352800"/>
            <a:ext cx="7924800" cy="47244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114800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030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The work came back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791200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What the fungi do in the soil, cycling nutrients and breaking down organic matter, kept recovering.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615267"/>
            <a:ext cx="7924800" cy="41910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377267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292600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The community lagged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60536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The mix of fungal species changed very little.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87800"/>
            <a:ext cx="7924800" cy="34459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749800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665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A likely brake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681133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The farming history: soils still rich in leftover nutrients.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352800"/>
            <a:ext cx="7924800" cy="47244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114800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030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Measure below ground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791200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Trees are the part of restoration we can see. The soil food web runs on its own timeline.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87800"/>
            <a:ext cx="7924800" cy="34459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749800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665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Read the study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681133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Flinders University, Molecular Ecology, October 2026. Link in bio.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