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467" y="3522133"/>
            <a:ext cx="4301067" cy="43010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MEET THE TEAM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4F3433"/>
                </a:solidFill>
                <a:latin typeface="Montserrat"/>
              </a:rPr>
              <a:t>Alex Andreou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2286000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70" i="0" b="0">
                <a:solidFill>
                  <a:srgbClr val="156826"/>
                </a:solidFill>
                <a:latin typeface="Source Sans 3"/>
              </a:rPr>
              <a:t>IT Manager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