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iagra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725333"/>
            <a:ext cx="6096000" cy="6096000"/>
          </a:xfrm>
          <a:prstGeom prst="rect">
            <a:avLst/>
          </a:prstGeom>
        </p:spPr>
      </p:pic>
      <p:pic>
        <p:nvPicPr>
          <p:cNvPr id="4" name="diagram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333" y="3852333"/>
            <a:ext cx="2201333" cy="762000"/>
          </a:xfrm>
          <a:prstGeom prst="rect">
            <a:avLst/>
          </a:prstGeom>
        </p:spPr>
      </p:pic>
      <p:pic>
        <p:nvPicPr>
          <p:cNvPr id="5" name="diagram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333" y="6392333"/>
            <a:ext cx="2201333" cy="762000"/>
          </a:xfrm>
          <a:prstGeom prst="rect">
            <a:avLst/>
          </a:prstGeom>
        </p:spPr>
      </p:pic>
      <p:pic>
        <p:nvPicPr>
          <p:cNvPr id="6" name="diagram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333" y="8932333"/>
            <a:ext cx="2201333" cy="762000"/>
          </a:xfrm>
          <a:prstGeom prst="rect">
            <a:avLst/>
          </a:prstGeom>
        </p:spPr>
      </p:pic>
      <p:pic>
        <p:nvPicPr>
          <p:cNvPr id="7" name="diagram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333" y="6392333"/>
            <a:ext cx="2201333" cy="762000"/>
          </a:xfrm>
          <a:prstGeom prst="rect">
            <a:avLst/>
          </a:prstGeom>
        </p:spPr>
      </p:pic>
      <p:pic>
        <p:nvPicPr>
          <p:cNvPr id="8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9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PERMACULTURE PRINCIPLE 6</a:t>
            </a:r>
          </a:p>
        </p:txBody>
      </p:sp>
      <p:sp>
        <p:nvSpPr>
          <p:cNvPr id="10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i="0" b="1">
                <a:solidFill>
                  <a:srgbClr val="4F3433"/>
                </a:solidFill>
                <a:latin typeface="Montserrat"/>
              </a:rPr>
              <a:t>Produce no waste.</a:t>
            </a:r>
          </a:p>
        </p:txBody>
      </p:sp>
      <p:sp>
        <p:nvSpPr>
          <p:cNvPr id="11" name="label"/>
          <p:cNvSpPr txBox="1"/>
          <p:nvPr/>
        </p:nvSpPr>
        <p:spPr>
          <a:xfrm>
            <a:off x="3471333" y="4013200"/>
            <a:ext cx="2201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PRUNINGS</a:t>
            </a:r>
          </a:p>
        </p:txBody>
      </p:sp>
      <p:sp>
        <p:nvSpPr>
          <p:cNvPr id="12" name="label"/>
          <p:cNvSpPr txBox="1"/>
          <p:nvPr/>
        </p:nvSpPr>
        <p:spPr>
          <a:xfrm>
            <a:off x="6011333" y="6553200"/>
            <a:ext cx="2201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MULCH</a:t>
            </a:r>
          </a:p>
        </p:txBody>
      </p:sp>
      <p:sp>
        <p:nvSpPr>
          <p:cNvPr id="13" name="label"/>
          <p:cNvSpPr txBox="1"/>
          <p:nvPr/>
        </p:nvSpPr>
        <p:spPr>
          <a:xfrm>
            <a:off x="3471333" y="9093200"/>
            <a:ext cx="2201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LIVING SOIL</a:t>
            </a:r>
          </a:p>
        </p:txBody>
      </p:sp>
      <p:sp>
        <p:nvSpPr>
          <p:cNvPr id="14" name="label"/>
          <p:cNvSpPr txBox="1"/>
          <p:nvPr/>
        </p:nvSpPr>
        <p:spPr>
          <a:xfrm>
            <a:off x="931333" y="6553200"/>
            <a:ext cx="2201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PLANTS</a:t>
            </a:r>
          </a:p>
        </p:txBody>
      </p:sp>
      <p:sp>
        <p:nvSpPr>
          <p:cNvPr id="15" name="body"/>
          <p:cNvSpPr txBox="1"/>
          <p:nvPr/>
        </p:nvSpPr>
        <p:spPr>
          <a:xfrm>
            <a:off x="762000" y="10244667"/>
            <a:ext cx="6434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Prunings become mulch, scraps become compost.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