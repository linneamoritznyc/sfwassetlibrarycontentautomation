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0287000" cy="1285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2.xml"/><Relationship Id="rId9" Type="http://schemas.openxmlformats.org/officeDocument/2006/relationships/notesSlide" Target="notesSlides/notes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Staff profile image: Casey Williams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Gerald Ramirez (p06).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Nick Padwick (p03).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Dora Tkalec (p09).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Dr. Carla Portugal (d05).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Wes Sander (p04).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Brian Daubenspeck (d11).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Casey Williams (p02).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Delvin Solkinson (d12).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Tommy Tepper (d13).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19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21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22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23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24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25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26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27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28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5750" y="266700"/>
            <a:ext cx="2095500" cy="1816103"/>
            <a:chOff x="0" y="0"/>
            <a:chExt cx="2794000" cy="2421471"/>
          </a:xfrm>
        </p:grpSpPr>
        <p:sp>
          <p:nvSpPr>
            <p:cNvPr name="Freeform 3" id="3" descr="sfwlogo-240.png"/>
            <p:cNvSpPr/>
            <p:nvPr/>
          </p:nvSpPr>
          <p:spPr>
            <a:xfrm flipH="false" flipV="false" rot="0">
              <a:off x="0" y="0"/>
              <a:ext cx="2794000" cy="2421509"/>
            </a:xfrm>
            <a:custGeom>
              <a:avLst/>
              <a:gdLst/>
              <a:ahLst/>
              <a:cxnLst/>
              <a:rect r="r" b="b" t="t" l="l"/>
              <a:pathLst>
                <a:path h="2421509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421509"/>
                  </a:lnTo>
                  <a:lnTo>
                    <a:pt x="0" y="242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9390" y="3952875"/>
            <a:ext cx="1648558" cy="2476500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5317" y="2799525"/>
            <a:ext cx="1890408" cy="2476500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9254" y="2562225"/>
            <a:ext cx="1141266" cy="2476500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66440" y="2759383"/>
            <a:ext cx="2133600" cy="1605934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0689" y="2651062"/>
            <a:ext cx="2250015" cy="2773425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45731" y="2583085"/>
            <a:ext cx="2028825" cy="2263330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45542" y="4365317"/>
            <a:ext cx="1000316" cy="2476500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95696" y="2562225"/>
            <a:ext cx="1447438" cy="2476500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688" y="5603567"/>
            <a:ext cx="1278293" cy="2476500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57" y="3757612"/>
            <a:ext cx="778145" cy="2476500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955051" y="3690938"/>
            <a:ext cx="1000316" cy="2476500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8904" y="8543100"/>
            <a:ext cx="2250015" cy="2773425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9390" y="6176962"/>
            <a:ext cx="1577588" cy="2476500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5725" y="5862638"/>
            <a:ext cx="1648558" cy="2476500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828875" y="9031336"/>
            <a:ext cx="1278293" cy="2476500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749800" y="8422433"/>
            <a:ext cx="1141266" cy="2476500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872542" y="9345054"/>
            <a:ext cx="2028825" cy="2263330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8468" y="9929812"/>
            <a:ext cx="1454525" cy="1619250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68022" y="8775637"/>
            <a:ext cx="2250015" cy="2773425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815" y="9352725"/>
            <a:ext cx="1331043" cy="1619250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2109" y="10510752"/>
            <a:ext cx="2124075" cy="1038311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688" y="8396288"/>
            <a:ext cx="1278293" cy="2476500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30182" y="8262938"/>
            <a:ext cx="1431036" cy="2476500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3772" y="3037703"/>
            <a:ext cx="1724025" cy="1354093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9080" y="2247900"/>
            <a:ext cx="1890408" cy="2476500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4834" y="3676650"/>
            <a:ext cx="6991350" cy="7115175"/>
            <a:chOff x="0" y="0"/>
            <a:chExt cx="9321800" cy="9486900"/>
          </a:xfrm>
        </p:grpSpPr>
        <p:sp>
          <p:nvSpPr>
            <p:cNvPr name="Freeform 55" id="55" descr="fr-photo-casey.jpg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Gerald Ramirez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Gerald Ramirez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800" b="0" i="1">
                <a:solidFill>
                  <a:srgbClr val="22371F"/>
                </a:solidFill>
                <a:latin typeface="EB Garamond"/>
              </a:rPr>
              <a:t>Gerald Ramirez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Nick Padwick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Nick Padwick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800" b="0" i="1">
                <a:solidFill>
                  <a:srgbClr val="22371F"/>
                </a:solidFill>
                <a:latin typeface="EB Garamond"/>
              </a:rPr>
              <a:t>Nick Padwick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Dora Tkalec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Dora Tkalec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800" b="0" i="1">
                <a:solidFill>
                  <a:srgbClr val="22371F"/>
                </a:solidFill>
                <a:latin typeface="EB Garamond"/>
              </a:rPr>
              <a:t>Dora Tkalec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Dr. Carla Portugal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Dr. Carla Portugal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0" b="0" i="1">
                <a:solidFill>
                  <a:srgbClr val="22371F"/>
                </a:solidFill>
                <a:latin typeface="EB Garamond"/>
              </a:rPr>
              <a:t>Dr. Carla Portugal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Wes Sander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Wes Sander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800" b="0" i="1">
                <a:solidFill>
                  <a:srgbClr val="22371F"/>
                </a:solidFill>
                <a:latin typeface="EB Garamond"/>
              </a:rPr>
              <a:t>Wes Sander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Brian Daubenspeck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Brian Daubenspeck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0" b="0" i="1">
                <a:solidFill>
                  <a:srgbClr val="22371F"/>
                </a:solidFill>
                <a:latin typeface="EB Garamond"/>
              </a:rPr>
              <a:t>Brian Daubenspeck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Casey Williams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Casey Williams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800" b="0" i="1">
                <a:solidFill>
                  <a:srgbClr val="22371F"/>
                </a:solidFill>
                <a:latin typeface="EB Garamond"/>
              </a:rPr>
              <a:t>Casey Williams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Delvin Solkinson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Delvin Solkinson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800" b="0" i="1">
                <a:solidFill>
                  <a:srgbClr val="22371F"/>
                </a:solidFill>
                <a:latin typeface="EB Garamond"/>
              </a:rPr>
              <a:t>Delvin Solkinson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Tommy Tepper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Tommy Tepper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800" b="0" i="1">
                <a:solidFill>
                  <a:srgbClr val="22371F"/>
                </a:solidFill>
                <a:latin typeface="EB Garamond"/>
              </a:rPr>
              <a:t>Tommy Tepper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DAHYAOpPRKE</dc:identifier>
  <dcterms:modified xsi:type="dcterms:W3CDTF">2011-08-01T06:04:30Z</dcterms:modified>
  <cp:revision>1</cp:revision>
  <dc:title>Mentor-Profile-Images-NoText (1).pptx</dc:title>
</cp:coreProperties>
</file>