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875520" cy="17556480"/>
  <p:notesSz cx="1755648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3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35040"/>
            <a:ext cx="9875520" cy="11521440"/>
          </a:xfrm>
          <a:prstGeom prst="rect">
            <a:avLst/>
          </a:prstGeom>
        </p:spPr>
      </p:pic>
      <p:sp>
        <p:nvSpPr>
          <p:cNvPr id="3" name="Colour box"/>
          <p:cNvSpPr/>
          <p:nvPr/>
        </p:nvSpPr>
        <p:spPr>
          <a:xfrm>
            <a:off x="0" y="0"/>
            <a:ext cx="9875520" cy="6400800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</p:sp>
      <p:sp>
        <p:nvSpPr>
          <p:cNvPr id="4" name="Headline"/>
          <p:cNvSpPr txBox="1"/>
          <p:nvPr/>
        </p:nvSpPr>
        <p:spPr>
          <a:xfrm>
            <a:off x="658368" y="2286000"/>
            <a:ext cx="855878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5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courses,</a:t>
            </a:r>
            <a:endParaRPr lang="en-US" sz="6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5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bundle</a:t>
            </a:r>
            <a:endParaRPr lang="en-US" sz="6050" dirty="0"/>
          </a:p>
        </p:txBody>
      </p:sp>
      <p:sp>
        <p:nvSpPr>
          <p:cNvPr id="5" name="Details"/>
          <p:cNvSpPr txBox="1"/>
          <p:nvPr/>
        </p:nvSpPr>
        <p:spPr>
          <a:xfrm>
            <a:off x="658368" y="4187952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Fall Enrollment Special until November 30. Link in bio.</a:t>
            </a:r>
            <a:endParaRPr lang="en-US" sz="3740" dirty="0"/>
          </a:p>
        </p:txBody>
      </p:sp>
      <p:pic>
        <p:nvPicPr>
          <p:cNvPr id="6" name="SFW logo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9377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6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35040"/>
            <a:ext cx="9875520" cy="11521440"/>
          </a:xfrm>
          <a:prstGeom prst="rect">
            <a:avLst/>
          </a:prstGeom>
        </p:spPr>
      </p:pic>
      <p:sp>
        <p:nvSpPr>
          <p:cNvPr id="3" name="Colour box"/>
          <p:cNvSpPr/>
          <p:nvPr/>
        </p:nvSpPr>
        <p:spPr>
          <a:xfrm>
            <a:off x="0" y="0"/>
            <a:ext cx="9875520" cy="6400800"/>
          </a:xfrm>
          <a:prstGeom prst="rect">
            <a:avLst/>
          </a:prstGeom>
          <a:solidFill>
            <a:srgbClr val="156826"/>
          </a:solidFill>
          <a:ln w="12700">
            <a:solidFill>
              <a:srgbClr val="156826"/>
            </a:solidFill>
            <a:prstDash val="solid"/>
          </a:ln>
        </p:spPr>
      </p:sp>
      <p:sp>
        <p:nvSpPr>
          <p:cNvPr id="4" name="Headline"/>
          <p:cNvSpPr txBox="1"/>
          <p:nvPr/>
        </p:nvSpPr>
        <p:spPr>
          <a:xfrm>
            <a:off x="658368" y="2286000"/>
            <a:ext cx="855878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5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are going</a:t>
            </a:r>
            <a:endParaRPr lang="en-US" sz="6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5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Armonía</a:t>
            </a:r>
            <a:endParaRPr lang="en-US" sz="6050" dirty="0"/>
          </a:p>
        </p:txBody>
      </p:sp>
      <p:sp>
        <p:nvSpPr>
          <p:cNvPr id="5" name="Details"/>
          <p:cNvSpPr txBox="1"/>
          <p:nvPr/>
        </p:nvSpPr>
        <p:spPr>
          <a:xfrm>
            <a:off x="658368" y="4187952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Accelerator Workshop, Costa Rica, 18 to 29 January 2027. Link in bio.</a:t>
            </a:r>
            <a:endParaRPr lang="en-US" sz="3740" dirty="0"/>
          </a:p>
        </p:txBody>
      </p:sp>
      <p:pic>
        <p:nvPicPr>
          <p:cNvPr id="6" name="SFW logo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9377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780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035040"/>
            <a:ext cx="9875520" cy="11521440"/>
          </a:xfrm>
          <a:prstGeom prst="rect">
            <a:avLst/>
          </a:prstGeom>
        </p:spPr>
      </p:pic>
      <p:sp>
        <p:nvSpPr>
          <p:cNvPr id="3" name="Colour box"/>
          <p:cNvSpPr/>
          <p:nvPr/>
        </p:nvSpPr>
        <p:spPr>
          <a:xfrm>
            <a:off x="0" y="0"/>
            <a:ext cx="9875520" cy="6400800"/>
          </a:xfrm>
          <a:prstGeom prst="rect">
            <a:avLst/>
          </a:prstGeom>
          <a:solidFill>
            <a:srgbClr val="3780B8"/>
          </a:solidFill>
          <a:ln w="12700">
            <a:solidFill>
              <a:srgbClr val="3780B8"/>
            </a:solidFill>
            <a:prstDash val="solid"/>
          </a:ln>
        </p:spPr>
      </p:sp>
      <p:sp>
        <p:nvSpPr>
          <p:cNvPr id="4" name="Headline"/>
          <p:cNvSpPr txBox="1"/>
          <p:nvPr/>
        </p:nvSpPr>
        <p:spPr>
          <a:xfrm>
            <a:off x="658368" y="2286000"/>
            <a:ext cx="855878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5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Last day of the</a:t>
            </a:r>
            <a:endParaRPr lang="en-US" sz="6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5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 Enrollment</a:t>
            </a:r>
            <a:endParaRPr lang="en-US" sz="6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5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</a:t>
            </a:r>
            <a:endParaRPr lang="en-US" sz="6050" dirty="0"/>
          </a:p>
        </p:txBody>
      </p:sp>
      <p:sp>
        <p:nvSpPr>
          <p:cNvPr id="5" name="Details"/>
          <p:cNvSpPr txBox="1"/>
          <p:nvPr/>
        </p:nvSpPr>
        <p:spPr>
          <a:xfrm>
            <a:off x="658368" y="50292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four Foundation Courses in one bundle. Link in bio.</a:t>
            </a:r>
            <a:endParaRPr lang="en-US" sz="3740" dirty="0"/>
          </a:p>
        </p:txBody>
      </p:sp>
      <p:pic>
        <p:nvPicPr>
          <p:cNvPr id="6" name="SFW logo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9377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November 2026 Instagram Stories</dc:title>
  <dc:subject>PptxGenJS Presentation</dc:subject>
  <dc:creator>PptxGenJS</dc:creator>
  <cp:lastModifiedBy>PptxGenJS</cp:lastModifiedBy>
  <cp:revision>1</cp:revision>
  <dcterms:created xsi:type="dcterms:W3CDTF">2026-10-31T01:12:51Z</dcterms:created>
  <dcterms:modified xsi:type="dcterms:W3CDTF">2026-10-31T01:12:51Z</dcterms:modified>
</cp:coreProperties>
</file>