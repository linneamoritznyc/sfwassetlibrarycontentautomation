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ram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92400"/>
            <a:ext cx="7924800" cy="7078133"/>
          </a:xfrm>
          <a:prstGeom prst="rect">
            <a:avLst/>
          </a:prstGeom>
        </p:spPr>
      </p:pic>
      <p:pic>
        <p:nvPicPr>
          <p:cNvPr id="4" name="Photo: workshop group in the arecanut grove, Coimbatore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33" y="2810933"/>
            <a:ext cx="7687733" cy="6841067"/>
          </a:xfrm>
          <a:prstGeom prst="rect">
            <a:avLst/>
          </a:prstGeom>
        </p:spPr>
      </p:pic>
      <p:pic>
        <p:nvPicPr>
          <p:cNvPr id="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067" y="9922933"/>
            <a:ext cx="1185333" cy="1024467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609600" y="762000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4F3433"/>
                </a:solidFill>
                <a:latin typeface="Montserrat"/>
              </a:rPr>
              <a:t>Happy Kisan Diwas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609600" y="1735667"/>
            <a:ext cx="79248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Thank you to every farmer in India.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609600" y="9922933"/>
            <a:ext cx="5926667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i="0" b="0">
                <a:solidFill>
                  <a:srgbClr val="333130"/>
                </a:solidFill>
                <a:latin typeface="Source Sans 3"/>
              </a:rPr>
              <a:t>Our Accelerator Workshop at the Save Soil farm, Coimbatore,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