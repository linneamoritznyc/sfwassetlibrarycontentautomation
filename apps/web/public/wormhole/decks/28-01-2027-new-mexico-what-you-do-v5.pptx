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4" name="step"/>
          <p:cNvSpPr txBox="1"/>
          <p:nvPr/>
        </p:nvSpPr>
        <p:spPr>
          <a:xfrm>
            <a:off x="762000" y="592667"/>
            <a:ext cx="3386667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1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62000" y="3979333"/>
            <a:ext cx="7450667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Build, monitor and maintain your piles with a mentor.</a:t>
            </a:r>
          </a:p>
        </p:txBody>
      </p:sp>
      <p:sp>
        <p:nvSpPr>
          <p:cNvPr id="6" name="label"/>
          <p:cNvSpPr txBox="1"/>
          <p:nvPr/>
        </p:nvSpPr>
        <p:spPr>
          <a:xfrm>
            <a:off x="762000" y="9736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NEW MEXICO, 3 TO 14 MAY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4" name="step"/>
          <p:cNvSpPr txBox="1"/>
          <p:nvPr/>
        </p:nvSpPr>
        <p:spPr>
          <a:xfrm>
            <a:off x="762000" y="592667"/>
            <a:ext cx="3386667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2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62000" y="3979333"/>
            <a:ext cx="7450667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Brew a variety of liquid amendments.</a:t>
            </a:r>
          </a:p>
        </p:txBody>
      </p:sp>
      <p:sp>
        <p:nvSpPr>
          <p:cNvPr id="6" name="label"/>
          <p:cNvSpPr txBox="1"/>
          <p:nvPr/>
        </p:nvSpPr>
        <p:spPr>
          <a:xfrm>
            <a:off x="762000" y="9736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NEW MEXICO, 3 TO 14 MAY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4" name="step"/>
          <p:cNvSpPr txBox="1"/>
          <p:nvPr/>
        </p:nvSpPr>
        <p:spPr>
          <a:xfrm>
            <a:off x="762000" y="592667"/>
            <a:ext cx="3386667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3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62000" y="3979333"/>
            <a:ext cx="7450667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Microscopy sessions for beginner and advanced practitioners.</a:t>
            </a:r>
          </a:p>
        </p:txBody>
      </p:sp>
      <p:sp>
        <p:nvSpPr>
          <p:cNvPr id="6" name="label"/>
          <p:cNvSpPr txBox="1"/>
          <p:nvPr/>
        </p:nvSpPr>
        <p:spPr>
          <a:xfrm>
            <a:off x="762000" y="9736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NEW MEXICO, 3 TO 14 MAY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