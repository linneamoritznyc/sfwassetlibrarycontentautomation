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17333"/>
            <a:ext cx="7620000" cy="6434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LIVE FROM COSTA RICA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130" i="0" b="1">
                <a:solidFill>
                  <a:srgbClr val="4F3433"/>
                </a:solidFill>
                <a:latin typeface="Montserrat"/>
              </a:rPr>
              <a:t>At the microscope.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1185333" y="6096000"/>
            <a:ext cx="6773333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live, from the microscopes on the day (Kavi or the mentors)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