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3" y="4030133"/>
            <a:ext cx="7687733" cy="51477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NEW COURSE</a:t>
            </a:r>
          </a:p>
        </p:txBody>
      </p:sp>
      <p:sp>
        <p:nvSpPr>
          <p:cNvPr id="6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070" i="0" b="1">
                <a:solidFill>
                  <a:srgbClr val="4F3433"/>
                </a:solidFill>
                <a:latin typeface="Montserrat"/>
              </a:rPr>
              <a:t>Intro to Permaculture opens 1 February.</a:t>
            </a:r>
          </a:p>
        </p:txBody>
      </p:sp>
      <p:sp>
        <p:nvSpPr>
          <p:cNvPr id="7" name="credit"/>
          <p:cNvSpPr txBox="1"/>
          <p:nvPr/>
        </p:nvSpPr>
        <p:spPr>
          <a:xfrm>
            <a:off x="762000" y="10803467"/>
            <a:ext cx="6434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333130"/>
                </a:solidFill>
                <a:latin typeface="Source Sans 3"/>
              </a:rPr>
              <a:t>Photo: Soil Food Web Foundation (Panchamana, Ecosystem Restoration Camps)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