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2.png"/><Relationship Id="rId4" Type="http://schemas.openxmlformats.org/officeDocument/2006/relationships/image" Target="../media/image13.jpg"/><Relationship Id="rId5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2.png"/><Relationship Id="rId4" Type="http://schemas.openxmlformats.org/officeDocument/2006/relationships/image" Target="../media/image16.jpg"/><Relationship Id="rId5" Type="http://schemas.openxmlformats.org/officeDocument/2006/relationships/image" Target="../media/image1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.png"/><Relationship Id="rId4" Type="http://schemas.openxmlformats.org/officeDocument/2006/relationships/image" Target="../media/image19.jpg"/><Relationship Id="rId5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Photo: Save Soil (Isha Foundation)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1930400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2125133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1676400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Save Soil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Photo: Save Soil (Isha Foundation)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A coconut farm: 0.86% to 2.33% organic matter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933267"/>
            <a:ext cx="7027333" cy="1481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Save Soil's case study of Valluvan's farm in Tamil Nadu.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consciousplanet.org/save-soil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615267"/>
            <a:ext cx="7924800" cy="41910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377267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292600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90-100 coconuts per tree, now 140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60536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Nothing changed in the first three years.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615267"/>
            <a:ext cx="7924800" cy="41910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377267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292600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Fertiliser: under 10%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60536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Of what he used to spend. Workers: 1, down from 10 to 20.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886200"/>
            <a:ext cx="7924800" cy="36491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648200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5635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1,200 mm of rain in days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6324600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2018, after two years of drought.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615267"/>
            <a:ext cx="7924800" cy="41910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377267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292600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Wells 6 to 7 feet higher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60536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His neighbours' open wells stood 6 to 7 feet lower than his.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725333"/>
            <a:ext cx="7924800" cy="39793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487333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402667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What he did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4186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Leaf litter trenches between rows, mulch, layered crops, no burning, no summer ploughing.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87800"/>
            <a:ext cx="7924800" cy="34459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749800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665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Read the article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681133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From Save Soil (Isha Foundation). Link in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