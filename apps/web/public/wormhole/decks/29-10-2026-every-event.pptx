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8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p16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762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048500"/>
            <a:ext cx="10287000" cy="581025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620000"/>
            <a:ext cx="7772400" cy="190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6600" b="0">
                <a:solidFill>
                  <a:srgbClr val="F4F1EA"/>
                </a:solidFill>
                <a:latin typeface="Fredoka"/>
              </a:rPr>
              <a:t>Every event in one 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754362"/>
            <a:ext cx="7772400" cy="521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1">
                <a:solidFill>
                  <a:srgbClr val="DDE5D4"/>
                </a:solidFill>
                <a:latin typeface="Montserrat"/>
              </a:rPr>
              <a:t>soilfoodweb.com/events</a:t>
            </a:r>
          </a:p>
        </p:txBody>
      </p:sp>
      <p:pic>
        <p:nvPicPr>
          <p:cNvPr id="6" name="Picture 5" descr="poro-flow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5619750"/>
            <a:ext cx="3038475" cy="2476500"/>
          </a:xfrm>
          <a:prstGeom prst="rect">
            <a:avLst/>
          </a:prstGeom>
        </p:spPr>
      </p:pic>
      <p:pic>
        <p:nvPicPr>
          <p:cNvPr id="7" name="Picture 6" descr="logo-d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950" y="10934700"/>
            <a:ext cx="12382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905000"/>
            <a:ext cx="8915400" cy="10416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6900" b="0">
                <a:solidFill>
                  <a:srgbClr val="4F3433"/>
                </a:solidFill>
                <a:latin typeface="Fredoka"/>
              </a:rPr>
              <a:t>What you'll find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270504"/>
            <a:ext cx="8915400" cy="3162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3450" b="0">
                <a:solidFill>
                  <a:srgbClr val="4F3433"/>
                </a:solidFill>
                <a:latin typeface="Montserrat"/>
              </a:rPr>
              <a:t>Free webinars</a:t>
            </a:r>
          </a:p>
          <a:p>
            <a:pPr algn="l">
              <a:lnSpc>
                <a:spcPct val="114800"/>
              </a:lnSpc>
            </a:pPr>
            <a:r>
              <a:rPr sz="3450" b="0">
                <a:solidFill>
                  <a:srgbClr val="4F3433"/>
                </a:solidFill>
                <a:latin typeface="Montserrat"/>
              </a:rPr>
              <a:t/>
            </a:r>
          </a:p>
          <a:p>
            <a:pPr algn="l">
              <a:lnSpc>
                <a:spcPct val="114800"/>
              </a:lnSpc>
            </a:pPr>
            <a:r>
              <a:rPr sz="3450" b="0">
                <a:solidFill>
                  <a:srgbClr val="4F3433"/>
                </a:solidFill>
                <a:latin typeface="Montserrat"/>
              </a:rPr>
              <a:t>In-person workshops</a:t>
            </a:r>
          </a:p>
          <a:p>
            <a:pPr algn="l">
              <a:lnSpc>
                <a:spcPct val="114800"/>
              </a:lnSpc>
            </a:pPr>
            <a:r>
              <a:rPr sz="3450" b="0">
                <a:solidFill>
                  <a:srgbClr val="4F3433"/>
                </a:solidFill>
                <a:latin typeface="Montserrat"/>
              </a:rPr>
              <a:t/>
            </a:r>
          </a:p>
          <a:p>
            <a:pPr algn="l">
              <a:lnSpc>
                <a:spcPct val="114800"/>
              </a:lnSpc>
            </a:pPr>
            <a:r>
              <a:rPr sz="3450" b="0">
                <a:solidFill>
                  <a:srgbClr val="4F3433"/>
                </a:solidFill>
                <a:latin typeface="Montserrat"/>
              </a:rPr>
              <a:t>Course start dates</a:t>
            </a:r>
          </a:p>
        </p:txBody>
      </p:sp>
      <p:pic>
        <p:nvPicPr>
          <p:cNvPr id="4" name="Picture 3" descr="heliconia-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4572000"/>
            <a:ext cx="2314575" cy="4962525"/>
          </a:xfrm>
          <a:prstGeom prst="rect">
            <a:avLst/>
          </a:prstGeom>
        </p:spPr>
      </p:pic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29000"/>
            <a:ext cx="8915400" cy="877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5700" b="0">
                <a:solidFill>
                  <a:srgbClr val="F4F1EA"/>
                </a:solidFill>
                <a:latin typeface="Fredoka"/>
              </a:rPr>
              <a:t>soilfoodweb.com/events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34662"/>
            <a:ext cx="8915400" cy="1108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850" b="0">
                <a:solidFill>
                  <a:srgbClr val="DDE5D4"/>
                </a:solidFill>
                <a:latin typeface="Montserrat"/>
              </a:rPr>
              <a:t>Save it, check back often, and share it with a soil-loving friend. Link in bio.</a:t>
            </a:r>
          </a:p>
        </p:txBody>
      </p:sp>
      <p:pic>
        <p:nvPicPr>
          <p:cNvPr id="4" name="Picture 3" descr="hibiscus-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8572500"/>
            <a:ext cx="2543175" cy="2857500"/>
          </a:xfrm>
          <a:prstGeom prst="rect">
            <a:avLst/>
          </a:prstGeom>
        </p:spPr>
      </p:pic>
      <p:pic>
        <p:nvPicPr>
          <p:cNvPr id="5" name="Picture 4" descr="torch-ging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7239000"/>
            <a:ext cx="2857500" cy="4572000"/>
          </a:xfrm>
          <a:prstGeom prst="rect">
            <a:avLst/>
          </a:prstGeom>
        </p:spPr>
      </p:pic>
      <p:pic>
        <p:nvPicPr>
          <p:cNvPr id="6" name="Picture 5" descr="logo-d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950" y="10934700"/>
            <a:ext cx="1238250" cy="1238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