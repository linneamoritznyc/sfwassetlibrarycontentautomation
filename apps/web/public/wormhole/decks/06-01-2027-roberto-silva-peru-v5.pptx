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4" name="stri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874000"/>
            <a:ext cx="9144000" cy="35560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9067" y="9685867"/>
            <a:ext cx="1320800" cy="1320800"/>
          </a:xfrm>
          <a:prstGeom prst="rect">
            <a:avLst/>
          </a:prstGeom>
        </p:spPr>
      </p:pic>
      <p:sp>
        <p:nvSpPr>
          <p:cNvPr id="6" name="label"/>
          <p:cNvSpPr txBox="1"/>
          <p:nvPr/>
        </p:nvSpPr>
        <p:spPr>
          <a:xfrm>
            <a:off x="762000" y="8212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D5E9DA"/>
                </a:solidFill>
                <a:latin typeface="Pathway Gothic One"/>
              </a:rPr>
              <a:t>SOIL REGENERATORS IN THE WILD</a:t>
            </a:r>
          </a:p>
        </p:txBody>
      </p:sp>
      <p:sp>
        <p:nvSpPr>
          <p:cNvPr id="7" name="heading"/>
          <p:cNvSpPr txBox="1"/>
          <p:nvPr/>
        </p:nvSpPr>
        <p:spPr>
          <a:xfrm>
            <a:off x="762000" y="8720667"/>
            <a:ext cx="6434667" cy="1439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130" i="0" b="1">
                <a:solidFill>
                  <a:srgbClr val="F4F1EA"/>
                </a:solidFill>
                <a:latin typeface="Montserrat"/>
              </a:rPr>
              <a:t>Roberto Silva and consultant Miles Sorel</a:t>
            </a:r>
          </a:p>
        </p:txBody>
      </p:sp>
      <p:sp>
        <p:nvSpPr>
          <p:cNvPr id="8" name="body"/>
          <p:cNvSpPr txBox="1"/>
          <p:nvPr/>
        </p:nvSpPr>
        <p:spPr>
          <a:xfrm>
            <a:off x="762000" y="10202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70" i="0" b="0">
                <a:solidFill>
                  <a:srgbClr val="E3DDCC"/>
                </a:solidFill>
                <a:latin typeface="Source Sans 3"/>
              </a:rPr>
              <a:t>Piura, Peru</a:t>
            </a:r>
          </a:p>
        </p:txBody>
      </p:sp>
      <p:sp>
        <p:nvSpPr>
          <p:cNvPr id="9" name="credit"/>
          <p:cNvSpPr txBox="1"/>
          <p:nvPr/>
        </p:nvSpPr>
        <p:spPr>
          <a:xfrm>
            <a:off x="762000" y="10837333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E3DDCC"/>
                </a:solidFill>
                <a:latin typeface="Source Sans 3"/>
              </a:rPr>
              <a:t>Still: Roberto Silva case study film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