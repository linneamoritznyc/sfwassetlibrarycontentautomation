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Springtail. Photo: Lewis Fausak, CC BY-SA 4.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9304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6764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Save Soil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Springtail. Photo: Lewis Fausak, CC BY-SA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Soil may be home to 59% of all life on Earth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Anthony et al., PNAS 2023, via Save Soil.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consciousplanet.org/save-soil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