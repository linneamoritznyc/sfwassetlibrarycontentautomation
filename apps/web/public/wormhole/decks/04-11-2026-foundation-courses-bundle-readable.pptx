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2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875520" cy="12344400"/>
  <p:notesSz cx="12344400" cy="9875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-1-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F3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n block"/>
          <p:cNvSpPr/>
          <p:nvPr/>
        </p:nvSpPr>
        <p:spPr>
          <a:xfrm>
            <a:off x="1371600" y="1371600"/>
            <a:ext cx="8229600" cy="6949440"/>
          </a:xfrm>
          <a:prstGeom prst="rect">
            <a:avLst/>
          </a:prstGeom>
          <a:solidFill>
            <a:srgbClr val="C89B7B"/>
          </a:solidFill>
          <a:ln w="12700">
            <a:solidFill>
              <a:srgbClr val="C89B7B"/>
            </a:solidFill>
            <a:prstDash val="solid"/>
          </a:ln>
        </p:spPr>
        <p:txBody>
          <a:bodyPr/>
          <a:p/>
        </p:txBody>
      </p:sp>
      <p:sp>
        <p:nvSpPr>
          <p:cNvPr id="3" name="Frame"/>
          <p:cNvSpPr/>
          <p:nvPr/>
        </p:nvSpPr>
        <p:spPr>
          <a:xfrm>
            <a:off x="822960" y="822960"/>
            <a:ext cx="8229600" cy="694944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  <p:txBody>
          <a:bodyPr/>
          <a:p/>
        </p:txBody>
      </p:sp>
      <p:pic>
        <p:nvPicPr>
          <p:cNvPr id="4" name="Photo" descr="px/paper_fra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042416"/>
            <a:ext cx="7790688" cy="6510528"/>
          </a:xfrm>
          <a:prstGeom prst="rect">
            <a:avLst/>
          </a:prstGeom>
        </p:spPr>
      </p:pic>
      <p:sp>
        <p:nvSpPr>
          <p:cNvPr id="5" name="Label"/>
          <p:cNvSpPr txBox="1"/>
          <p:nvPr/>
        </p:nvSpPr>
        <p:spPr>
          <a:xfrm>
            <a:off x="640080" y="8778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320" dirty="0">
                <a:solidFill>
                  <a:srgbClr val="C89B7B"/>
                </a:solidFill>
                <a:latin typeface="Pathway Gothic One" pitchFamily="34" charset="0"/>
                <a:ea typeface="Pathway Gothic One" pitchFamily="34" charset="-122"/>
                <a:cs typeface="Pathway Gothic One" pitchFamily="34" charset="-120"/>
              </a:rPr>
              <a:t>FALL ENROLLMENT SPECIAL</a:t>
            </a:r>
            <a:endParaRPr lang="en-US" sz="4320" dirty="0"/>
          </a:p>
        </p:txBody>
      </p:sp>
      <p:sp>
        <p:nvSpPr>
          <p:cNvPr id="6" name="Headline"/>
          <p:cNvSpPr txBox="1"/>
          <p:nvPr/>
        </p:nvSpPr>
        <p:spPr>
          <a:xfrm>
            <a:off x="640080" y="941832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05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courses,</a:t>
            </a:r>
            <a:endParaRPr lang="en-US" sz="6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5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bundle</a:t>
            </a:r>
            <a:endParaRPr lang="en-US" sz="6050" dirty="0"/>
          </a:p>
        </p:txBody>
      </p:sp>
      <p:sp>
        <p:nvSpPr>
          <p:cNvPr id="7" name="Details"/>
          <p:cNvSpPr txBox="1"/>
          <p:nvPr/>
        </p:nvSpPr>
        <p:spPr>
          <a:xfrm>
            <a:off x="640080" y="114300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740" dirty="0">
                <a:solidFill>
                  <a:srgbClr val="F4F1E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Plus a Compost Intensive seat</a:t>
            </a:r>
            <a:endParaRPr lang="en-US" sz="3740" dirty="0"/>
          </a:p>
        </p:txBody>
      </p:sp>
      <p:pic>
        <p:nvPicPr>
          <p:cNvPr id="9" name="SFW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069848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F3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n block"/>
          <p:cNvSpPr/>
          <p:nvPr/>
        </p:nvSpPr>
        <p:spPr>
          <a:xfrm>
            <a:off x="0" y="0"/>
            <a:ext cx="1097280" cy="6949440"/>
          </a:xfrm>
          <a:prstGeom prst="rect">
            <a:avLst/>
          </a:prstGeom>
          <a:solidFill>
            <a:srgbClr val="C89B7B"/>
          </a:solidFill>
          <a:ln w="12700">
            <a:solidFill>
              <a:srgbClr val="C89B7B"/>
            </a:solidFill>
            <a:prstDash val="solid"/>
          </a:ln>
        </p:spPr>
        <p:txBody>
          <a:bodyPr/>
          <a:p/>
        </p:txBody>
      </p:sp>
      <p:sp>
        <p:nvSpPr>
          <p:cNvPr id="3" name="Frame"/>
          <p:cNvSpPr/>
          <p:nvPr/>
        </p:nvSpPr>
        <p:spPr>
          <a:xfrm>
            <a:off x="822960" y="822960"/>
            <a:ext cx="3840480" cy="384048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  <p:txBody>
          <a:bodyPr/>
          <a:p/>
        </p:txBody>
      </p:sp>
      <p:pic>
        <p:nvPicPr>
          <p:cNvPr id="4" name="Microscope photo" descr="px/micro_sq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005840"/>
            <a:ext cx="3474720" cy="3474720"/>
          </a:xfrm>
          <a:prstGeom prst="rect">
            <a:avLst/>
          </a:prstGeom>
        </p:spPr>
      </p:pic>
      <p:sp>
        <p:nvSpPr>
          <p:cNvPr id="5" name="Headline"/>
          <p:cNvSpPr txBox="1"/>
          <p:nvPr/>
        </p:nvSpPr>
        <p:spPr>
          <a:xfrm>
            <a:off x="5212080" y="914400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040" dirty="0">
                <a:solidFill>
                  <a:srgbClr val="F4F1EA"/>
                </a:solidFill>
                <a:latin typeface="Pathway Gothic One" pitchFamily="34" charset="0"/>
                <a:ea typeface="Pathway Gothic One" pitchFamily="34" charset="-122"/>
                <a:cs typeface="Pathway Gothic One" pitchFamily="34" charset="-120"/>
              </a:rPr>
              <a:t>FOUR COURSES</a:t>
            </a:r>
            <a:endParaRPr lang="en-US" sz="504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040" dirty="0">
                <a:solidFill>
                  <a:srgbClr val="F4F1EA"/>
                </a:solidFill>
                <a:latin typeface="Pathway Gothic One" pitchFamily="34" charset="0"/>
                <a:ea typeface="Pathway Gothic One" pitchFamily="34" charset="-122"/>
                <a:cs typeface="Pathway Gothic One" pitchFamily="34" charset="-120"/>
              </a:rPr>
              <a:t>AND A COMPOST</a:t>
            </a:r>
            <a:endParaRPr lang="en-US" sz="504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040" dirty="0">
                <a:solidFill>
                  <a:srgbClr val="F4F1EA"/>
                </a:solidFill>
                <a:latin typeface="Pathway Gothic One" pitchFamily="34" charset="0"/>
                <a:ea typeface="Pathway Gothic One" pitchFamily="34" charset="-122"/>
                <a:cs typeface="Pathway Gothic One" pitchFamily="34" charset="-120"/>
              </a:rPr>
              <a:t>INTENSIVE SEAT</a:t>
            </a:r>
            <a:endParaRPr lang="en-US" sz="5040" dirty="0"/>
          </a:p>
        </p:txBody>
      </p:sp>
      <p:sp>
        <p:nvSpPr>
          <p:cNvPr id="6" name="Cream card"/>
          <p:cNvSpPr/>
          <p:nvPr/>
        </p:nvSpPr>
        <p:spPr>
          <a:xfrm>
            <a:off x="822960" y="5212080"/>
            <a:ext cx="8229600" cy="566928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  <p:txBody>
          <a:bodyPr/>
          <a:p/>
        </p:txBody>
      </p:sp>
      <p:sp>
        <p:nvSpPr>
          <p:cNvPr id="7" name="Headline 2"/>
          <p:cNvSpPr txBox="1"/>
          <p:nvPr/>
        </p:nvSpPr>
        <p:spPr>
          <a:xfrm>
            <a:off x="1188720" y="55321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900" b="1" dirty="0">
                <a:solidFill>
                  <a:srgbClr val="1568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What's inside</a:t>
            </a:r>
            <a:endParaRPr lang="en-US" sz="4900" dirty="0"/>
          </a:p>
        </p:txBody>
      </p:sp>
      <p:sp>
        <p:nvSpPr>
          <p:cNvPr id="8" name="Details"/>
          <p:cNvSpPr txBox="1"/>
          <p:nvPr/>
        </p:nvSpPr>
        <p:spPr>
          <a:xfrm>
            <a:off x="1188720" y="6492240"/>
            <a:ext cx="7680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4F34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Introduction to the Soil Food Web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4F34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BioComplete™ Compost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4F34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BioComplete™ Liquid Amendments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4F34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Microscopy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4F34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2027 Compost Intensive seat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4F34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Dr. Elaine's webinar archive</a:t>
            </a:r>
            <a:endParaRPr lang="en-US" sz="3600" dirty="0"/>
          </a:p>
        </p:txBody>
      </p:sp>
      <p:sp>
        <p:nvSpPr>
          <p:cNvPr id="9" name="CTA"/>
          <p:cNvSpPr txBox="1"/>
          <p:nvPr/>
        </p:nvSpPr>
        <p:spPr>
          <a:xfrm>
            <a:off x="822960" y="112014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740" dirty="0">
                <a:solidFill>
                  <a:srgbClr val="F4F1E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Until November 30. Link in bio.</a:t>
            </a:r>
            <a:endParaRPr lang="en-US" sz="3740" dirty="0"/>
          </a:p>
        </p:txBody>
      </p:sp>
      <p:pic>
        <p:nvPicPr>
          <p:cNvPr id="11" name="SFW 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083564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04-11-2026 Foundation Courses bundle</dc:title>
  <dc:subject>PptxGenJS Presentation</dc:subject>
  <dc:creator>PptxGenJS</dc:creator>
  <cp:lastModifiedBy>PptxGenJS</cp:lastModifiedBy>
  <cp:revision>1</cp:revision>
  <dcterms:created xsi:type="dcterms:W3CDTF">2026-10-30T21:45:35Z</dcterms:created>
  <dcterms:modified xsi:type="dcterms:W3CDTF">2026-10-30T21:45:35Z</dcterms:modified>
</cp:coreProperties>
</file>