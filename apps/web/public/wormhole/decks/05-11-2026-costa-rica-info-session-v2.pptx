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hoto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0"/>
            <a:ext cx="9144000" cy="7620000"/>
          </a:xfrm>
          <a:prstGeom prst="rect">
            <a:avLst/>
          </a:prstGeom>
        </p:spPr>
      </p:pic>
      <p:pic>
        <p:nvPicPr>
          <p:cNvPr id="3" name="Blue box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810000"/>
          </a:xfrm>
          <a:prstGeom prst="rect">
            <a:avLst/>
          </a:prstGeom>
        </p:spPr>
      </p:pic>
      <p:pic>
        <p:nvPicPr>
          <p:cNvPr id="4" name="SFW 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067" y="1803400"/>
            <a:ext cx="1312333" cy="1312333"/>
          </a:xfrm>
          <a:prstGeom prst="rect">
            <a:avLst/>
          </a:prstGeom>
        </p:spPr>
      </p:pic>
      <p:pic>
        <p:nvPicPr>
          <p:cNvPr id="5" name="Rica Heliconia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4667" y="7450667"/>
            <a:ext cx="1439333" cy="39793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609600" y="541867"/>
            <a:ext cx="79248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i="0" b="1">
                <a:solidFill>
                  <a:srgbClr val="F4F1EA"/>
                </a:solidFill>
                <a:latin typeface="Montserrat"/>
              </a:rPr>
              <a:t>Costa Rica info session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609600" y="1693333"/>
            <a:ext cx="6096000" cy="169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70" i="0" b="0">
                <a:solidFill>
                  <a:srgbClr val="F4F1EA"/>
                </a:solidFill>
                <a:latin typeface="Source Sans 3"/>
              </a:rPr>
              <a:t>Fri 6 Nov, 12pm Pacific, live on Zoom.
Free.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