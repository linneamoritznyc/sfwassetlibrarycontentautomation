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7.jp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7.jpg"/><Relationship Id="rId5" Type="http://schemas.openxmlformats.org/officeDocument/2006/relationships/image" Target="../media/image13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7.jpg"/><Relationship Id="rId5" Type="http://schemas.openxmlformats.org/officeDocument/2006/relationships/image" Target="../media/image16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7.jpg"/><Relationship Id="rId4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tamil-nadu-marigol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5926667"/>
            <a:ext cx="2074333" cy="3556000"/>
          </a:xfrm>
          <a:prstGeom prst="rect">
            <a:avLst/>
          </a:prstGeom>
        </p:spPr>
      </p:pic>
      <p:pic>
        <p:nvPicPr>
          <p:cNvPr id="4" name="norfolk-common-poppy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5249333"/>
            <a:ext cx="2108200" cy="4572000"/>
          </a:xfrm>
          <a:prstGeom prst="rect">
            <a:avLst/>
          </a:prstGeom>
        </p:spPr>
      </p:pic>
      <p:pic>
        <p:nvPicPr>
          <p:cNvPr id="5" name="santa-fe-globemall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667" y="6096000"/>
            <a:ext cx="2370667" cy="3556000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1270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670" i="0" b="1">
                <a:solidFill>
                  <a:srgbClr val="4F3433"/>
                </a:solidFill>
                <a:latin typeface="Fredoka"/>
              </a:rPr>
              <a:t>Fun Soil News: November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top-bar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31333"/>
          </a:xfrm>
          <a:prstGeom prst="rect">
            <a:avLst/>
          </a:prstGeom>
        </p:spPr>
      </p:pic>
      <p:pic>
        <p:nvPicPr>
          <p:cNvPr id="4" name="costa-rica-hibiscu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667" y="6942667"/>
            <a:ext cx="2209800" cy="2540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778933" y="338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FUN SOIL NEWS · NOVEMBER 2026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Story 1. Country in big type, one sentence,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top-bar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31333"/>
          </a:xfrm>
          <a:prstGeom prst="rect">
            <a:avLst/>
          </a:prstGeom>
        </p:spPr>
      </p:pic>
      <p:pic>
        <p:nvPicPr>
          <p:cNvPr id="4" name="tamil-nadu-jasmin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667" y="6942667"/>
            <a:ext cx="3217333" cy="2540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778933" y="338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FUN SOIL NEWS · NOVEMBER 2026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Story 2. Country in big type, one sentence,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tamil-nadu-jasmin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42667"/>
            <a:ext cx="160867" cy="2540000"/>
          </a:xfrm>
          <a:prstGeom prst="rect">
            <a:avLst/>
          </a:prstGeom>
        </p:spPr>
      </p:pic>
      <p:pic>
        <p:nvPicPr>
          <p:cNvPr id="4" name="top-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931333"/>
          </a:xfrm>
          <a:prstGeom prst="rect">
            <a:avLst/>
          </a:prstGeom>
        </p:spPr>
      </p:pic>
      <p:pic>
        <p:nvPicPr>
          <p:cNvPr id="5" name="costa-rica-poro-flow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667" y="6942667"/>
            <a:ext cx="3217333" cy="2540000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eyebrow"/>
          <p:cNvSpPr txBox="1"/>
          <p:nvPr/>
        </p:nvSpPr>
        <p:spPr>
          <a:xfrm>
            <a:off x="778933" y="338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FUN SOIL NEWS · NOVEMBER 2026</a:t>
            </a:r>
          </a:p>
        </p:txBody>
      </p:sp>
      <p:sp>
        <p:nvSpPr>
          <p:cNvPr id="8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Story 3. Country in big type, one sentence, source.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osta-rica-poro-flow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42667"/>
            <a:ext cx="16933" cy="2540000"/>
          </a:xfrm>
          <a:prstGeom prst="rect">
            <a:avLst/>
          </a:prstGeom>
        </p:spPr>
      </p:pic>
      <p:pic>
        <p:nvPicPr>
          <p:cNvPr id="4" name="top-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931333"/>
          </a:xfrm>
          <a:prstGeom prst="rect">
            <a:avLst/>
          </a:prstGeom>
        </p:spPr>
      </p:pic>
      <p:pic>
        <p:nvPicPr>
          <p:cNvPr id="5" name="tamil-nadu-marigol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667" y="6942667"/>
            <a:ext cx="1481667" cy="2540000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eyebrow"/>
          <p:cNvSpPr txBox="1"/>
          <p:nvPr/>
        </p:nvSpPr>
        <p:spPr>
          <a:xfrm>
            <a:off x="778933" y="338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FUN SOIL NEWS · NOVEMBER 2026</a:t>
            </a:r>
          </a:p>
        </p:txBody>
      </p:sp>
      <p:sp>
        <p:nvSpPr>
          <p:cNvPr id="8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Story 4. Country in big type, one sentence, source.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top-bar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31333"/>
          </a:xfrm>
          <a:prstGeom prst="rect">
            <a:avLst/>
          </a:prstGeom>
        </p:spPr>
      </p:pic>
      <p:pic>
        <p:nvPicPr>
          <p:cNvPr id="4" name="santa-fe-chamisa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667" y="6942667"/>
            <a:ext cx="1938867" cy="2540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778933" y="338667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FUN SOIL NEWS · NOVEMBER 2026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693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Story 5. Country in big type, one sentence,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