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270000"/>
            <a:ext cx="7620000" cy="8466667"/>
          </a:xfrm>
          <a:prstGeom prst="rect">
            <a:avLst/>
          </a:prstGeom>
        </p:spPr>
      </p:pic>
      <p:pic>
        <p:nvPicPr>
          <p:cNvPr id="4" name="card-top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270000"/>
            <a:ext cx="7620000" cy="135467"/>
          </a:xfrm>
          <a:prstGeom prst="rect">
            <a:avLst/>
          </a:prstGeom>
        </p:spPr>
      </p:pic>
      <p:pic>
        <p:nvPicPr>
          <p:cNvPr id="5" name="date-block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000" y="4741333"/>
            <a:ext cx="3217333" cy="2201333"/>
          </a:xfrm>
          <a:prstGeom prst="rect">
            <a:avLst/>
          </a:prstGeom>
        </p:spPr>
      </p:pic>
      <p:pic>
        <p:nvPicPr>
          <p:cNvPr id="6" name="logo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9067" y="9685867"/>
            <a:ext cx="1320800" cy="1320800"/>
          </a:xfrm>
          <a:prstGeom prst="rect">
            <a:avLst/>
          </a:prstGeom>
        </p:spPr>
      </p:pic>
      <p:sp>
        <p:nvSpPr>
          <p:cNvPr id="7" name="label"/>
          <p:cNvSpPr txBox="1"/>
          <p:nvPr/>
        </p:nvSpPr>
        <p:spPr>
          <a:xfrm>
            <a:off x="1270000" y="1862667"/>
            <a:ext cx="762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70" i="0" b="0">
                <a:solidFill>
                  <a:srgbClr val="156826"/>
                </a:solidFill>
                <a:latin typeface="Pathway Gothic One"/>
              </a:rPr>
              <a:t>FREE WEBINARS</a:t>
            </a:r>
          </a:p>
        </p:txBody>
      </p:sp>
      <p:sp>
        <p:nvSpPr>
          <p:cNvPr id="8" name="heading"/>
          <p:cNvSpPr txBox="1"/>
          <p:nvPr/>
        </p:nvSpPr>
        <p:spPr>
          <a:xfrm>
            <a:off x="1270000" y="2370667"/>
            <a:ext cx="6604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i="0" b="1">
                <a:solidFill>
                  <a:srgbClr val="4F3433"/>
                </a:solidFill>
                <a:latin typeface="Montserrat"/>
              </a:rPr>
              <a:t>New Year Series</a:t>
            </a:r>
          </a:p>
        </p:txBody>
      </p:sp>
      <p:sp>
        <p:nvSpPr>
          <p:cNvPr id="9" name="date"/>
          <p:cNvSpPr txBox="1"/>
          <p:nvPr/>
        </p:nvSpPr>
        <p:spPr>
          <a:xfrm>
            <a:off x="1439333" y="5080000"/>
            <a:ext cx="2878667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i="0" b="0">
                <a:solidFill>
                  <a:srgbClr val="F4F1EA"/>
                </a:solidFill>
                <a:latin typeface="Pathway Gothic One"/>
              </a:rPr>
              <a:t>JAN TO MAR</a:t>
            </a:r>
          </a:p>
        </p:txBody>
      </p:sp>
      <p:sp>
        <p:nvSpPr>
          <p:cNvPr id="10" name="date2"/>
          <p:cNvSpPr txBox="1"/>
          <p:nvPr/>
        </p:nvSpPr>
        <p:spPr>
          <a:xfrm>
            <a:off x="1439333" y="5842000"/>
            <a:ext cx="2878667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070" i="0" b="1">
                <a:solidFill>
                  <a:srgbClr val="F4F1EA"/>
                </a:solidFill>
                <a:latin typeface="Montserrat"/>
              </a:rPr>
              <a:t>2027</a:t>
            </a:r>
          </a:p>
        </p:txBody>
      </p:sp>
      <p:sp>
        <p:nvSpPr>
          <p:cNvPr id="11" name="body"/>
          <p:cNvSpPr txBox="1"/>
          <p:nvPr/>
        </p:nvSpPr>
        <p:spPr>
          <a:xfrm>
            <a:off x="1270000" y="7366000"/>
            <a:ext cx="66040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i="0" b="0">
                <a:solidFill>
                  <a:srgbClr val="333130"/>
                </a:solidFill>
                <a:latin typeface="Source Sans 3"/>
              </a:rPr>
              <a:t>One live hour online, free. Ask your questions live.</a:t>
            </a:r>
          </a:p>
        </p:txBody>
      </p:sp>
      <p:sp>
        <p:nvSpPr>
          <p:cNvPr id="12" name="cta"/>
          <p:cNvSpPr txBox="1"/>
          <p:nvPr/>
        </p:nvSpPr>
        <p:spPr>
          <a:xfrm>
            <a:off x="1270000" y="8805333"/>
            <a:ext cx="5080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i="0" b="0">
                <a:solidFill>
                  <a:srgbClr val="156826"/>
                </a:solidFill>
                <a:latin typeface="Pathway Gothic One"/>
              </a:rPr>
              <a:t>LINK IN BIO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