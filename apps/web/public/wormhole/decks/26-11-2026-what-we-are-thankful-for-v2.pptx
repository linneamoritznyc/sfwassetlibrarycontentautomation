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hoto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9333"/>
            <a:ext cx="9144000" cy="7450667"/>
          </a:xfrm>
          <a:prstGeom prst="rect">
            <a:avLst/>
          </a:prstGeom>
        </p:spPr>
      </p:pic>
      <p:pic>
        <p:nvPicPr>
          <p:cNvPr id="3" name="Green box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979333"/>
          </a:xfrm>
          <a:prstGeom prst="rect">
            <a:avLst/>
          </a:prstGeom>
        </p:spPr>
      </p:pic>
      <p:pic>
        <p:nvPicPr>
          <p:cNvPr id="4" name="SFW 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2370667"/>
            <a:ext cx="1270000" cy="1270000"/>
          </a:xfrm>
          <a:prstGeom prst="rect">
            <a:avLst/>
          </a:prstGeom>
        </p:spPr>
      </p:pic>
      <p:pic>
        <p:nvPicPr>
          <p:cNvPr id="5" name="Marigol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0" y="9313333"/>
            <a:ext cx="1778000" cy="2116667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09600" y="609600"/>
            <a:ext cx="7924800" cy="186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F4F1EA"/>
                </a:solidFill>
                <a:latin typeface="Montserrat"/>
              </a:rPr>
              <a:t>What we're thankful for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09600" y="2455333"/>
            <a:ext cx="6096000" cy="118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F4F1EA"/>
                </a:solidFill>
                <a:latin typeface="Source Sans 3"/>
              </a:rPr>
              <a:t>Our staff share what made an impact on them this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