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625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1016000"/>
            <a:ext cx="1016000" cy="1016000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455333"/>
            <a:ext cx="7924800" cy="9855200"/>
          </a:xfrm>
          <a:prstGeom prst="rect">
            <a:avLst/>
          </a:prstGeom>
        </p:spPr>
      </p:pic>
      <p:pic>
        <p:nvPicPr>
          <p:cNvPr id="5" name="Photo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2692400"/>
            <a:ext cx="7450667" cy="5249333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7349067"/>
            <a:ext cx="2489200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8652933"/>
            <a:ext cx="84667" cy="1413933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4600" y="12666133"/>
            <a:ext cx="474133" cy="474133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7399867"/>
            <a:ext cx="2235200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TV9 Gujarati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8026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Photo: Soil Food Web Foundation, Coimbatore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8585200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730" i="0" b="1">
                <a:solidFill>
                  <a:srgbClr val="4F3433"/>
                </a:solidFill>
                <a:latin typeface="Montserrat"/>
              </a:rPr>
              <a:t>On TV9 Gujarati too!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10303933"/>
            <a:ext cx="7027333" cy="169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Two programmes in Coimbatore: the Life in the Soil Seminar and the Accelerator Workshop.</a:t>
            </a:r>
          </a:p>
        </p:txBody>
      </p:sp>
      <p:sp>
        <p:nvSpPr>
          <p:cNvPr id="13" name="Sticker note"/>
          <p:cNvSpPr txBox="1"/>
          <p:nvPr/>
        </p:nvSpPr>
        <p:spPr>
          <a:xfrm>
            <a:off x="643467" y="12615333"/>
            <a:ext cx="5926667" cy="59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i="0" b="1">
                <a:solidFill>
                  <a:srgbClr val="F4F1EA"/>
                </a:solidFill>
                <a:latin typeface="Montserrat"/>
              </a:rPr>
              <a:t>See the post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