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 fram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9600"/>
            <a:ext cx="7924800" cy="7078133"/>
          </a:xfrm>
          <a:prstGeom prst="rect">
            <a:avLst/>
          </a:prstGeom>
        </p:spPr>
      </p:pic>
      <p:pic>
        <p:nvPicPr>
          <p:cNvPr id="4" name="Photo: harvest offering on a banana leaf, Coimbatore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33" y="728133"/>
            <a:ext cx="7687733" cy="6841067"/>
          </a:xfrm>
          <a:prstGeom prst="rect">
            <a:avLst/>
          </a:prstGeom>
        </p:spPr>
      </p:pic>
      <p:pic>
        <p:nvPicPr>
          <p:cNvPr id="5" name="SFW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067" y="9398000"/>
            <a:ext cx="1185333" cy="11853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609600" y="8128000"/>
            <a:ext cx="79248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730" i="0" b="1">
                <a:solidFill>
                  <a:srgbClr val="F4F1EA"/>
                </a:solidFill>
                <a:latin typeface="Montserrat"/>
              </a:rPr>
              <a:t>Happy Pongal!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609600" y="9127067"/>
            <a:ext cx="6434667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F4F1EA"/>
                </a:solidFill>
                <a:latin typeface="Source Sans 3"/>
              </a:rPr>
              <a:t>To every farmer in Tamil Nadu.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609600" y="9990667"/>
            <a:ext cx="6434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Our India workshop,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