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894667"/>
            <a:ext cx="7789333" cy="54186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This Thanksgiving, thank the soil life that grew your dinner.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Wildcat Dunny, CC BY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725333"/>
            <a:ext cx="5588000" cy="4910667"/>
          </a:xfrm>
          <a:prstGeom prst="rect">
            <a:avLst/>
          </a:prstGeom>
        </p:spPr>
      </p:pic>
      <p:pic>
        <p:nvPicPr>
          <p:cNvPr id="4" name="micr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6265333"/>
            <a:ext cx="2709333" cy="2709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The potatoes: fungi and bacteria cycled the nutrients.</a:t>
            </a:r>
          </a:p>
        </p:txBody>
      </p:sp>
      <p:sp>
        <p:nvSpPr>
          <p:cNvPr id="7" name="label a fungal hypha at 100x"/>
          <p:cNvSpPr txBox="1"/>
          <p:nvPr/>
        </p:nvSpPr>
        <p:spPr>
          <a:xfrm>
            <a:off x="5926667" y="9059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a fungal hypha at 100x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Marlene Crusta, CC BY 2.0. Micrograph: Marco Trevisan.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4445000"/>
            <a:ext cx="4910667" cy="4868333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67" y="6722533"/>
            <a:ext cx="1786467" cy="4572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4F3433"/>
                </a:solidFill>
                <a:latin typeface="Fredoka"/>
              </a:rPr>
              <a:t>The green beans: rhizobia in the roots turned air into nitrogen.</a:t>
            </a:r>
          </a:p>
        </p:txBody>
      </p:sp>
      <p:sp>
        <p:nvSpPr>
          <p:cNvPr id="7" name="label root nodules, where rhiz"/>
          <p:cNvSpPr txBox="1"/>
          <p:nvPr/>
        </p:nvSpPr>
        <p:spPr>
          <a:xfrm>
            <a:off x="5842000" y="5080000"/>
            <a:ext cx="270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root nodules, where rhizobia live (here on a soybean, a cousin of the green bean)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Isarnan, Public Domain Mark 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4216400"/>
            <a:ext cx="5418667" cy="4250267"/>
          </a:xfrm>
          <a:prstGeom prst="rect">
            <a:avLst/>
          </a:prstGeom>
        </p:spPr>
      </p:pic>
      <p:pic>
        <p:nvPicPr>
          <p:cNvPr id="4" name="drawn-root-with-fungi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333" y="4741333"/>
            <a:ext cx="2370667" cy="3217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The pumpkin pie: mycorrhizal fungi helped the vines find water and phosphorus.</a:t>
            </a:r>
          </a:p>
        </p:txBody>
      </p:sp>
      <p:sp>
        <p:nvSpPr>
          <p:cNvPr id="7" name="label fungal threads at the ro"/>
          <p:cNvSpPr txBox="1"/>
          <p:nvPr/>
        </p:nvSpPr>
        <p:spPr>
          <a:xfrm>
            <a:off x="6096000" y="8043333"/>
            <a:ext cx="2455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fungal threads at the roots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Alabama Extension, CC0 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471333"/>
            <a:ext cx="7789333" cy="5588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4F3433"/>
                </a:solidFill>
                <a:latin typeface="Fredoka"/>
              </a:rPr>
              <a:t>Happy Thanksgiving from all of us.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Jim, the Photographer, CC BY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