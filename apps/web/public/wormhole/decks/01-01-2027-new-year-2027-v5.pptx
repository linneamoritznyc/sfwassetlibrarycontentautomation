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49333"/>
            <a:ext cx="7620000" cy="33867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519333"/>
            <a:ext cx="7620000" cy="33867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789333"/>
            <a:ext cx="7620000" cy="338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7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HAPPY NEW YEAR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i="0" b="1">
                <a:solidFill>
                  <a:srgbClr val="F4F1EA"/>
                </a:solidFill>
                <a:latin typeface="Montserrat"/>
              </a:rPr>
              <a:t>Welcome to 2027.</a:t>
            </a:r>
          </a:p>
        </p:txBody>
      </p:sp>
      <p:sp>
        <p:nvSpPr>
          <p:cNvPr id="9" name="place"/>
          <p:cNvSpPr txBox="1"/>
          <p:nvPr/>
        </p:nvSpPr>
        <p:spPr>
          <a:xfrm>
            <a:off x="762000" y="5452533"/>
            <a:ext cx="5080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70" i="0" b="1">
                <a:solidFill>
                  <a:srgbClr val="F4F1EA"/>
                </a:solidFill>
                <a:latin typeface="Montserrat"/>
              </a:rPr>
              <a:t>Costa Rica</a:t>
            </a:r>
          </a:p>
        </p:txBody>
      </p:sp>
      <p:sp>
        <p:nvSpPr>
          <p:cNvPr id="10" name="month"/>
          <p:cNvSpPr txBox="1"/>
          <p:nvPr/>
        </p:nvSpPr>
        <p:spPr>
          <a:xfrm>
            <a:off x="5588000" y="55372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JANUARY</a:t>
            </a:r>
          </a:p>
        </p:txBody>
      </p:sp>
      <p:sp>
        <p:nvSpPr>
          <p:cNvPr id="11" name="place"/>
          <p:cNvSpPr txBox="1"/>
          <p:nvPr/>
        </p:nvSpPr>
        <p:spPr>
          <a:xfrm>
            <a:off x="762000" y="6722533"/>
            <a:ext cx="5080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70" i="0" b="1">
                <a:solidFill>
                  <a:srgbClr val="F4F1EA"/>
                </a:solidFill>
                <a:latin typeface="Montserrat"/>
              </a:rPr>
              <a:t>New Mexico</a:t>
            </a:r>
          </a:p>
        </p:txBody>
      </p:sp>
      <p:sp>
        <p:nvSpPr>
          <p:cNvPr id="12" name="month"/>
          <p:cNvSpPr txBox="1"/>
          <p:nvPr/>
        </p:nvSpPr>
        <p:spPr>
          <a:xfrm>
            <a:off x="5588000" y="68072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MAY</a:t>
            </a:r>
          </a:p>
        </p:txBody>
      </p:sp>
      <p:sp>
        <p:nvSpPr>
          <p:cNvPr id="13" name="place"/>
          <p:cNvSpPr txBox="1"/>
          <p:nvPr/>
        </p:nvSpPr>
        <p:spPr>
          <a:xfrm>
            <a:off x="762000" y="7992533"/>
            <a:ext cx="5080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70" i="0" b="1">
                <a:solidFill>
                  <a:srgbClr val="F4F1EA"/>
                </a:solidFill>
                <a:latin typeface="Montserrat"/>
              </a:rPr>
              <a:t>United Kingdom</a:t>
            </a:r>
          </a:p>
        </p:txBody>
      </p:sp>
      <p:sp>
        <p:nvSpPr>
          <p:cNvPr id="14" name="month"/>
          <p:cNvSpPr txBox="1"/>
          <p:nvPr/>
        </p:nvSpPr>
        <p:spPr>
          <a:xfrm>
            <a:off x="5588000" y="8077200"/>
            <a:ext cx="279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2930" i="0" b="0">
                <a:solidFill>
                  <a:srgbClr val="59A66C"/>
                </a:solidFill>
                <a:latin typeface="Pathway Gothic One"/>
              </a:rPr>
              <a:t>SEPTEMBER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OUR 2027 WORKSHOPS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640667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30" i="0" b="1">
                <a:solidFill>
                  <a:srgbClr val="F4F1EA"/>
                </a:solidFill>
                <a:latin typeface="Montserrat"/>
              </a:rPr>
              <a:t>See you in the field.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6942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930" i="0" b="0">
                <a:solidFill>
                  <a:srgbClr val="E3DDCC"/>
                </a:solidFill>
                <a:latin typeface="Source Sans 3"/>
              </a:rPr>
              <a:t>All 2027 workshops,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