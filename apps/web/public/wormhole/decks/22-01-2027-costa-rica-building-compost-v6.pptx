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217333" cy="11430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3733" y="9770533"/>
            <a:ext cx="1236133" cy="12361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423333" y="931333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30" i="0" b="0">
                <a:solidFill>
                  <a:srgbClr val="D5E9DA"/>
                </a:solidFill>
                <a:latin typeface="Pathway Gothic One"/>
              </a:rPr>
              <a:t>LIVE FROM COSTA RICA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380000" y="1439333"/>
            <a:ext cx="2950000" cy="338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i="0" b="1">
                <a:solidFill>
                  <a:srgbClr val="F4F1EA"/>
                </a:solidFill>
                <a:latin typeface="Montserrat"/>
              </a:rPr>
              <a:t>Building the compost.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423333" y="10498667"/>
            <a:ext cx="2540000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30" i="0" b="0">
                <a:solidFill>
                  <a:srgbClr val="E3DDCC"/>
                </a:solidFill>
                <a:latin typeface="Source Sans 3"/>
              </a:rPr>
              <a:t>Photo: Soil Food Web Foundation (Costa Rica, 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