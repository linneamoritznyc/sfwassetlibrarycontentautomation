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png"/><Relationship Id="rId5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03-11-2026-costa-rica-early-bird1_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7620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7048500"/>
            <a:ext cx="10287000" cy="581025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7620000"/>
            <a:ext cx="7772400" cy="190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8560"/>
              </a:lnSpc>
            </a:pPr>
            <a:r>
              <a:rPr sz="6600" b="0">
                <a:solidFill>
                  <a:srgbClr val="F4F1EA"/>
                </a:solidFill>
                <a:latin typeface="Fredoka"/>
              </a:rPr>
              <a:t>The early bird ends tomorrow.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754362"/>
            <a:ext cx="7772400" cy="9486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800"/>
              </a:lnSpc>
            </a:pPr>
            <a:r>
              <a:rPr sz="2400" b="1">
                <a:solidFill>
                  <a:srgbClr val="DDE5D4"/>
                </a:solidFill>
                <a:latin typeface="Montserrat"/>
              </a:rPr>
              <a:t>Accelerator Workshop, Costa Rica · 18 to 29 January 2027</a:t>
            </a:r>
          </a:p>
        </p:txBody>
      </p:sp>
      <p:pic>
        <p:nvPicPr>
          <p:cNvPr id="6" name="Picture 5" descr="heliconia-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0" y="4000500"/>
            <a:ext cx="1866900" cy="4000500"/>
          </a:xfrm>
          <a:prstGeom prst="rect">
            <a:avLst/>
          </a:prstGeom>
        </p:spPr>
      </p:pic>
      <p:pic>
        <p:nvPicPr>
          <p:cNvPr id="7" name="Picture 6" descr="logo-dis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2950" y="10934700"/>
            <a:ext cx="1238250" cy="12382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03-11-2026-costa-rica-early-bird2_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8191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85800" y="6667500"/>
            <a:ext cx="8915400" cy="4095750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62050" y="7143750"/>
            <a:ext cx="6724650" cy="15354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8560"/>
              </a:lnSpc>
            </a:pPr>
            <a:r>
              <a:rPr sz="5250" b="0">
                <a:solidFill>
                  <a:srgbClr val="F4F1EA"/>
                </a:solidFill>
                <a:latin typeface="Fredoka"/>
              </a:rPr>
              <a:t>A year of hands-on experience in 10 days.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2050" y="8907780"/>
            <a:ext cx="6724650" cy="13754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800"/>
              </a:lnSpc>
            </a:pPr>
            <a:r>
              <a:rPr sz="2400" b="0">
                <a:solidFill>
                  <a:srgbClr val="DDE5D4"/>
                </a:solidFill>
                <a:latin typeface="Montserrat"/>
              </a:rPr>
              <a:t>What takes 18 to 24 months alone, you do here in two weeks, with mentors beside you.</a:t>
            </a:r>
          </a:p>
        </p:txBody>
      </p:sp>
      <p:pic>
        <p:nvPicPr>
          <p:cNvPr id="6" name="Picture 5" descr="torch-ginger-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3810000"/>
            <a:ext cx="2381250" cy="3810000"/>
          </a:xfrm>
          <a:prstGeom prst="rect">
            <a:avLst/>
          </a:prstGeom>
        </p:spPr>
      </p:pic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11029950"/>
            <a:ext cx="1143000" cy="990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03-11-2026-costa-rica-early-bird3_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143500" cy="7810500"/>
          </a:xfrm>
          <a:prstGeom prst="rect">
            <a:avLst/>
          </a:prstGeom>
        </p:spPr>
      </p:pic>
      <p:pic>
        <p:nvPicPr>
          <p:cNvPr id="3" name="Picture 2" descr="_s03-11-2026-costa-rica-early-bird3_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0" y="0"/>
            <a:ext cx="5143500" cy="7810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8382000"/>
            <a:ext cx="40005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800"/>
              </a:lnSpc>
            </a:pPr>
            <a:r>
              <a:rPr sz="2250" b="1">
                <a:solidFill>
                  <a:srgbClr val="156826"/>
                </a:solidFill>
                <a:latin typeface="Montserrat"/>
              </a:rPr>
              <a:t>WEEK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810625"/>
            <a:ext cx="4191000" cy="8770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8560"/>
              </a:lnSpc>
            </a:pPr>
            <a:r>
              <a:rPr sz="5700" b="0">
                <a:solidFill>
                  <a:srgbClr val="4F3433"/>
                </a:solidFill>
                <a:latin typeface="Fredoka"/>
              </a:rPr>
              <a:t>Compost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29250" y="8382000"/>
            <a:ext cx="41910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800"/>
              </a:lnSpc>
            </a:pPr>
            <a:r>
              <a:rPr sz="2250" b="1">
                <a:solidFill>
                  <a:srgbClr val="156826"/>
                </a:solidFill>
                <a:latin typeface="Montserrat"/>
              </a:rPr>
              <a:t>WEEK TWO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29250" y="8810625"/>
            <a:ext cx="4191000" cy="16588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8560"/>
              </a:lnSpc>
            </a:pPr>
            <a:r>
              <a:rPr sz="5700" b="0">
                <a:solidFill>
                  <a:srgbClr val="4F3433"/>
                </a:solidFill>
                <a:latin typeface="Fredoka"/>
              </a:rPr>
              <a:t>Liquid amendments</a:t>
            </a:r>
          </a:p>
        </p:txBody>
      </p:sp>
      <p:pic>
        <p:nvPicPr>
          <p:cNvPr id="8" name="Picture 7" descr="poro-flower-s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81000" y="10953750"/>
            <a:ext cx="2571750" cy="2095500"/>
          </a:xfrm>
          <a:prstGeom prst="rect">
            <a:avLst/>
          </a:prstGeom>
        </p:spPr>
      </p:pic>
      <p:pic>
        <p:nvPicPr>
          <p:cNvPr id="9" name="Picture 8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0" y="11029950"/>
            <a:ext cx="1143000" cy="990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DE5D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03-11-2026-costa-rica-early-bird4_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8191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85800" y="6667500"/>
            <a:ext cx="8915400" cy="409575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62050" y="7143750"/>
            <a:ext cx="6724650" cy="15354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8560"/>
              </a:lnSpc>
            </a:pPr>
            <a:r>
              <a:rPr sz="5250" b="0">
                <a:solidFill>
                  <a:srgbClr val="F4F1EA"/>
                </a:solidFill>
                <a:latin typeface="Fredoka"/>
              </a:rPr>
              <a:t>The microscope, every 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2050" y="8907780"/>
            <a:ext cx="6724650" cy="9486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800"/>
              </a:lnSpc>
            </a:pPr>
            <a:r>
              <a:rPr sz="2400" b="0">
                <a:solidFill>
                  <a:srgbClr val="DDE5D4"/>
                </a:solidFill>
                <a:latin typeface="Montserrat"/>
              </a:rPr>
              <a:t>The early bird ends 4 November. Register, link in bio.</a:t>
            </a:r>
          </a:p>
        </p:txBody>
      </p:sp>
      <p:pic>
        <p:nvPicPr>
          <p:cNvPr id="6" name="Picture 5" descr="hibiscus-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5619750"/>
            <a:ext cx="1781175" cy="2000250"/>
          </a:xfrm>
          <a:prstGeom prst="rect">
            <a:avLst/>
          </a:prstGeom>
        </p:spPr>
      </p:pic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11029950"/>
            <a:ext cx="1143000" cy="990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