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8667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741333"/>
            <a:ext cx="8128000" cy="5842000"/>
          </a:xfrm>
          <a:prstGeom prst="rect">
            <a:avLst/>
          </a:prstGeom>
        </p:spPr>
      </p:pic>
      <p:pic>
        <p:nvPicPr>
          <p:cNvPr id="5" name="card-top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741333"/>
            <a:ext cx="8128000" cy="118533"/>
          </a:xfrm>
          <a:prstGeom prst="rect">
            <a:avLst/>
          </a:prstGeom>
        </p:spPr>
      </p:pic>
      <p:pic>
        <p:nvPicPr>
          <p:cNvPr id="6" name="date-block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333" y="7281333"/>
            <a:ext cx="2794000" cy="1862667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8" name="label"/>
          <p:cNvSpPr txBox="1"/>
          <p:nvPr/>
        </p:nvSpPr>
        <p:spPr>
          <a:xfrm>
            <a:off x="931333" y="5164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FREE LIVE INFO SESSION</a:t>
            </a:r>
          </a:p>
        </p:txBody>
      </p:sp>
      <p:sp>
        <p:nvSpPr>
          <p:cNvPr id="9" name="heading"/>
          <p:cNvSpPr txBox="1"/>
          <p:nvPr/>
        </p:nvSpPr>
        <p:spPr>
          <a:xfrm>
            <a:off x="931333" y="5630333"/>
            <a:ext cx="7281333" cy="143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i="0" b="1">
                <a:solidFill>
                  <a:srgbClr val="4F3433"/>
                </a:solidFill>
                <a:latin typeface="Montserrat"/>
              </a:rPr>
              <a:t>Costa Rica Accelerator Workshop</a:t>
            </a:r>
          </a:p>
        </p:txBody>
      </p:sp>
      <p:sp>
        <p:nvSpPr>
          <p:cNvPr id="10" name="day"/>
          <p:cNvSpPr txBox="1"/>
          <p:nvPr/>
        </p:nvSpPr>
        <p:spPr>
          <a:xfrm>
            <a:off x="1016000" y="7493000"/>
            <a:ext cx="262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70" i="0" b="0">
                <a:solidFill>
                  <a:srgbClr val="F4F1EA"/>
                </a:solidFill>
                <a:latin typeface="Pathway Gothic One"/>
              </a:rPr>
              <a:t>FRI 6 NOV</a:t>
            </a:r>
          </a:p>
        </p:txBody>
      </p:sp>
      <p:sp>
        <p:nvSpPr>
          <p:cNvPr id="11" name="time"/>
          <p:cNvSpPr txBox="1"/>
          <p:nvPr/>
        </p:nvSpPr>
        <p:spPr>
          <a:xfrm>
            <a:off x="1016000" y="8170333"/>
            <a:ext cx="262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30" i="0" b="1">
                <a:solidFill>
                  <a:srgbClr val="F4F1EA"/>
                </a:solidFill>
                <a:latin typeface="Montserrat"/>
              </a:rPr>
              <a:t>12pm Pacific</a:t>
            </a:r>
          </a:p>
        </p:txBody>
      </p:sp>
      <p:sp>
        <p:nvSpPr>
          <p:cNvPr id="12" name="how"/>
          <p:cNvSpPr txBox="1"/>
          <p:nvPr/>
        </p:nvSpPr>
        <p:spPr>
          <a:xfrm>
            <a:off x="4064000" y="7366000"/>
            <a:ext cx="4233333" cy="186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Live on Zoom. Meet the team, ask your questions. Recorded for anyone who can't join live.</a:t>
            </a:r>
          </a:p>
        </p:txBody>
      </p:sp>
      <p:sp>
        <p:nvSpPr>
          <p:cNvPr id="13" name="cta"/>
          <p:cNvSpPr txBox="1"/>
          <p:nvPr/>
        </p:nvSpPr>
        <p:spPr>
          <a:xfrm>
            <a:off x="931333" y="9567333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156826"/>
                </a:solidFill>
                <a:latin typeface="Pathway Gothic One"/>
              </a:rPr>
              <a:t>LINK IN BIO</a:t>
            </a:r>
          </a:p>
        </p:txBody>
      </p:sp>
      <p:sp>
        <p:nvSpPr>
          <p:cNvPr id="14" name="credit"/>
          <p:cNvSpPr txBox="1"/>
          <p:nvPr/>
        </p:nvSpPr>
        <p:spPr>
          <a:xfrm>
            <a:off x="508000" y="10922000"/>
            <a:ext cx="5926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Photo: Soil Food Web Foundation (Costa Rica, October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