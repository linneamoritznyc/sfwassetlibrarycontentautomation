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glob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3979333"/>
            <a:ext cx="5588000" cy="55880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4F3433"/>
                </a:solidFill>
                <a:latin typeface="Fredoka"/>
              </a:rPr>
              <a:t>Happy World Soil Day. Here's a year of living soil.</a:t>
            </a:r>
          </a:p>
        </p:txBody>
      </p:sp>
      <p:sp>
        <p:nvSpPr>
          <p:cNvPr id="6" name="label World Soil Day 2026: Our"/>
          <p:cNvSpPr txBox="1"/>
          <p:nvPr/>
        </p:nvSpPr>
        <p:spPr>
          <a:xfrm>
            <a:off x="762000" y="9906000"/>
            <a:ext cx="5418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i="0" b="1">
                <a:solidFill>
                  <a:srgbClr val="4F3433"/>
                </a:solidFill>
                <a:latin typeface="Montserrat"/>
              </a:rPr>
              <a:t>World Soil Day 2026: Our future is rooted in soil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3894667"/>
            <a:ext cx="7789333" cy="4910667"/>
          </a:xfrm>
          <a:prstGeom prst="rect">
            <a:avLst/>
          </a:prstGeom>
        </p:spPr>
      </p:pic>
      <p:pic>
        <p:nvPicPr>
          <p:cNvPr id="4" name="glob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144000"/>
            <a:ext cx="1947333" cy="1947333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Boubacar, Guinea. Coffee grown in a syntropic agroforest.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-placehold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979333"/>
            <a:ext cx="7620000" cy="4741333"/>
          </a:xfrm>
          <a:prstGeom prst="rect">
            <a:avLst/>
          </a:prstGeom>
        </p:spPr>
      </p:pic>
      <p:pic>
        <p:nvPicPr>
          <p:cNvPr id="4" name="placeholder-fram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3" y="3894667"/>
            <a:ext cx="7789333" cy="4910667"/>
          </a:xfrm>
          <a:prstGeom prst="rect">
            <a:avLst/>
          </a:prstGeom>
        </p:spPr>
      </p:pic>
      <p:pic>
        <p:nvPicPr>
          <p:cNvPr id="5" name="glob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9144000"/>
            <a:ext cx="1947333" cy="1947333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Christina, Tennessee. From advertising to a soil business.</a:t>
            </a:r>
          </a:p>
        </p:txBody>
      </p:sp>
      <p:sp>
        <p:nvSpPr>
          <p:cNvPr id="8" name="label PHOTO: add a photo of Ch"/>
          <p:cNvSpPr txBox="1"/>
          <p:nvPr/>
        </p:nvSpPr>
        <p:spPr>
          <a:xfrm>
            <a:off x="1270000" y="6011333"/>
            <a:ext cx="6604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270" i="0" b="1">
                <a:solidFill>
                  <a:srgbClr val="4F3433"/>
                </a:solidFill>
                <a:latin typeface="Montserrat"/>
              </a:rPr>
              <a:t>PHOTO: add a photo of Christina from their own post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-placehold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979333"/>
            <a:ext cx="7620000" cy="4741333"/>
          </a:xfrm>
          <a:prstGeom prst="rect">
            <a:avLst/>
          </a:prstGeom>
        </p:spPr>
      </p:pic>
      <p:pic>
        <p:nvPicPr>
          <p:cNvPr id="4" name="placeholder-fram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3" y="3894667"/>
            <a:ext cx="7789333" cy="4910667"/>
          </a:xfrm>
          <a:prstGeom prst="rect">
            <a:avLst/>
          </a:prstGeom>
        </p:spPr>
      </p:pic>
      <p:pic>
        <p:nvPicPr>
          <p:cNvPr id="5" name="glob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9144000"/>
            <a:ext cx="1947333" cy="1947333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Ibrahim, Turkey. More than 80 growers going regenerative.</a:t>
            </a:r>
          </a:p>
        </p:txBody>
      </p:sp>
      <p:sp>
        <p:nvSpPr>
          <p:cNvPr id="8" name="label PHOTO: add a photo of Ib"/>
          <p:cNvSpPr txBox="1"/>
          <p:nvPr/>
        </p:nvSpPr>
        <p:spPr>
          <a:xfrm>
            <a:off x="1270000" y="6011333"/>
            <a:ext cx="6604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270" i="0" b="1">
                <a:solidFill>
                  <a:srgbClr val="4F3433"/>
                </a:solidFill>
                <a:latin typeface="Montserrat"/>
              </a:rPr>
              <a:t>PHOTO: add a photo of Ibrahim from their own post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-placehold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979333"/>
            <a:ext cx="7620000" cy="4741333"/>
          </a:xfrm>
          <a:prstGeom prst="rect">
            <a:avLst/>
          </a:prstGeom>
        </p:spPr>
      </p:pic>
      <p:pic>
        <p:nvPicPr>
          <p:cNvPr id="4" name="placeholder-fram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3" y="3894667"/>
            <a:ext cx="7789333" cy="4910667"/>
          </a:xfrm>
          <a:prstGeom prst="rect">
            <a:avLst/>
          </a:prstGeom>
        </p:spPr>
      </p:pic>
      <p:pic>
        <p:nvPicPr>
          <p:cNvPr id="5" name="glob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9144000"/>
            <a:ext cx="1947333" cy="1947333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Arthur, Brazil. A prize-winning farm school.</a:t>
            </a:r>
          </a:p>
        </p:txBody>
      </p:sp>
      <p:sp>
        <p:nvSpPr>
          <p:cNvPr id="8" name="label PHOTO: add a photo of Ar"/>
          <p:cNvSpPr txBox="1"/>
          <p:nvPr/>
        </p:nvSpPr>
        <p:spPr>
          <a:xfrm>
            <a:off x="1270000" y="6011333"/>
            <a:ext cx="6604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270" i="0" b="1">
                <a:solidFill>
                  <a:srgbClr val="4F3433"/>
                </a:solidFill>
                <a:latin typeface="Montserrat"/>
              </a:rPr>
              <a:t>PHOTO: add a photo of Arthur from their own post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-placehold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979333"/>
            <a:ext cx="7620000" cy="4741333"/>
          </a:xfrm>
          <a:prstGeom prst="rect">
            <a:avLst/>
          </a:prstGeom>
        </p:spPr>
      </p:pic>
      <p:pic>
        <p:nvPicPr>
          <p:cNvPr id="4" name="placeholder-fram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3" y="3894667"/>
            <a:ext cx="7789333" cy="4910667"/>
          </a:xfrm>
          <a:prstGeom prst="rect">
            <a:avLst/>
          </a:prstGeom>
        </p:spPr>
      </p:pic>
      <p:pic>
        <p:nvPicPr>
          <p:cNvPr id="5" name="glob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9144000"/>
            <a:ext cx="1947333" cy="1947333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Joseph, Kenya. Teaching his whole community.</a:t>
            </a:r>
          </a:p>
        </p:txBody>
      </p:sp>
      <p:sp>
        <p:nvSpPr>
          <p:cNvPr id="8" name="label PHOTO: add a photo of Jo"/>
          <p:cNvSpPr txBox="1"/>
          <p:nvPr/>
        </p:nvSpPr>
        <p:spPr>
          <a:xfrm>
            <a:off x="1270000" y="6011333"/>
            <a:ext cx="6604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270" i="0" b="1">
                <a:solidFill>
                  <a:srgbClr val="4F3433"/>
                </a:solidFill>
                <a:latin typeface="Montserrat"/>
              </a:rPr>
              <a:t>PHOTO: add a photo of Joseph from their own post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glob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333" y="4402667"/>
            <a:ext cx="5249333" cy="52493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4F3433"/>
                </a:solidFill>
                <a:latin typeface="Fredoka"/>
              </a:rPr>
              <a:t>Thank you for protecting the ground we all stand 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