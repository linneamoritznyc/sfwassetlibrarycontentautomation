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rown box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979333"/>
          </a:xfrm>
          <a:prstGeom prst="rect">
            <a:avLst/>
          </a:prstGeom>
        </p:spPr>
      </p:pic>
      <p:pic>
        <p:nvPicPr>
          <p:cNvPr id="4" name="SFW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2302933"/>
            <a:ext cx="1270000" cy="1270000"/>
          </a:xfrm>
          <a:prstGeom prst="rect">
            <a:avLst/>
          </a:prstGeom>
        </p:spPr>
      </p:pic>
      <p:pic>
        <p:nvPicPr>
          <p:cNvPr id="5" name="Photo space Suzanne Shea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21200"/>
            <a:ext cx="3860800" cy="5926667"/>
          </a:xfrm>
          <a:prstGeom prst="rect">
            <a:avLst/>
          </a:prstGeom>
        </p:spPr>
      </p:pic>
      <p:pic>
        <p:nvPicPr>
          <p:cNvPr id="6" name="Photo space Warlinda Walk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00" y="4521200"/>
            <a:ext cx="3860800" cy="5926667"/>
          </a:xfrm>
          <a:prstGeom prst="rect">
            <a:avLst/>
          </a:prstGeom>
        </p:spPr>
      </p:pic>
      <p:pic>
        <p:nvPicPr>
          <p:cNvPr id="7" name="Cornflow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5333" y="8636000"/>
            <a:ext cx="1608667" cy="2794000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609600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F4F1EA"/>
                </a:solidFill>
                <a:latin typeface="Montserrat"/>
              </a:rPr>
              <a:t>Happy Veterans Day</a:t>
            </a:r>
          </a:p>
        </p:txBody>
      </p:sp>
      <p:sp>
        <p:nvSpPr>
          <p:cNvPr id="9" name="Details"/>
          <p:cNvSpPr txBox="1"/>
          <p:nvPr/>
        </p:nvSpPr>
        <p:spPr>
          <a:xfrm>
            <a:off x="609600" y="1693333"/>
            <a:ext cx="6096000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Suzanne Shea and Warlinda Walker met at the Farmer Veteran Coalition conference.</a:t>
            </a:r>
          </a:p>
        </p:txBody>
      </p:sp>
      <p:sp>
        <p:nvSpPr>
          <p:cNvPr id="10" name="Photo label Suzanne Shea"/>
          <p:cNvSpPr txBox="1"/>
          <p:nvPr/>
        </p:nvSpPr>
        <p:spPr>
          <a:xfrm>
            <a:off x="863600" y="7027333"/>
            <a:ext cx="33528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930" i="0" b="0">
                <a:solidFill>
                  <a:srgbClr val="333130"/>
                </a:solidFill>
                <a:latin typeface="Source Sans 3"/>
              </a:rPr>
              <a:t>PHOTO: Suzanne Shea</a:t>
            </a:r>
          </a:p>
        </p:txBody>
      </p:sp>
      <p:sp>
        <p:nvSpPr>
          <p:cNvPr id="11" name="Photo label Warlinda Walker"/>
          <p:cNvSpPr txBox="1"/>
          <p:nvPr/>
        </p:nvSpPr>
        <p:spPr>
          <a:xfrm>
            <a:off x="4927600" y="7027333"/>
            <a:ext cx="33528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930" i="0" b="0">
                <a:solidFill>
                  <a:srgbClr val="333130"/>
                </a:solidFill>
                <a:latin typeface="Source Sans 3"/>
              </a:rPr>
              <a:t>PHOTO: Warlinda Walker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