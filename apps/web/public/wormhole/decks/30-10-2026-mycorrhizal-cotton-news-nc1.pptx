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16.jp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2.png"/><Relationship Id="rId4" Type="http://schemas.openxmlformats.org/officeDocument/2006/relationships/image" Target="../media/image18.jp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Illustration: Soil Food Web Foundation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59774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57234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European Journal of Soil Biology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Illustration: Soil Food Web Foundation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Fungi reach 15 times more soil than cotton roots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 pick from our mentor Dr. Carla Portugal.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doi.org/10.1016/j.ejsobi.2018.12.002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54400"/>
            <a:ext cx="7924800" cy="45212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2164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1317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About 30 mm out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1477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Mycorrhizal hyphae took up phosphorus and moved it to the plant from up to 3 cm beyond the root.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Less soluble P, more hyphae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Low soluble phosphorus promoted hyphal growth. High soluble phosphorus held it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352800"/>
            <a:ext cx="7924800" cy="4724400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114800"/>
            <a:ext cx="84667" cy="137160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030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A moderate rate won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791200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Cotton took up the most phosphorus at 150 kg P2O5 per hectare.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25333"/>
            <a:ext cx="7924800" cy="39793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487333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402667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Carla's caveat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418667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One crop, one field, fungi and soil chemistry only. The rest of the soil food web was not measured.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987800"/>
            <a:ext cx="7924800" cy="3445933"/>
          </a:xfrm>
          <a:prstGeom prst="rect">
            <a:avLst/>
          </a:prstGeom>
        </p:spPr>
      </p:pic>
      <p:pic>
        <p:nvPicPr>
          <p:cNvPr id="5" name="Bar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67" y="4749800"/>
            <a:ext cx="84667" cy="626533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1405467" y="4665133"/>
            <a:ext cx="6688667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Read the paper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1405467" y="5681133"/>
            <a:ext cx="6688667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Mai et al. 2019, European Journal of Soil Biology 90: 31-35.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