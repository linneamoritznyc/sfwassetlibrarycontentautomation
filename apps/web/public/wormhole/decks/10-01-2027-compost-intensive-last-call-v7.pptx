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5"/>
  </p:notesMasterIdLst>
  <p:sldSz cx="9875520" cy="12344400"/>
  <p:notesSz cx="123444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 txBox="1"/>
          <p:nvPr/>
        </p:nvSpPr>
        <p:spPr>
          <a:xfrm>
            <a:off x="365760" y="365760"/>
            <a:ext cx="5486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960" b="1" dirty="0">
                <a:solidFill>
                  <a:srgbClr val="1568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30960" dirty="0"/>
          </a:p>
        </p:txBody>
      </p:sp>
      <p:sp>
        <p:nvSpPr>
          <p:cNvPr id="3" name="Label"/>
          <p:cNvSpPr txBox="1"/>
          <p:nvPr/>
        </p:nvSpPr>
        <p:spPr>
          <a:xfrm>
            <a:off x="731520" y="4754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910" dirty="0">
                <a:solidFill>
                  <a:srgbClr val="4F3433"/>
                </a:solidFill>
                <a:latin typeface="Pathway Gothic One" pitchFamily="34" charset="0"/>
                <a:ea typeface="Pathway Gothic One" pitchFamily="34" charset="-122"/>
                <a:cs typeface="Pathway Gothic One" pitchFamily="34" charset="-120"/>
              </a:rPr>
              <a:t>WEEKS ONLINE</a:t>
            </a:r>
            <a:endParaRPr lang="en-US" sz="6910" dirty="0"/>
          </a:p>
        </p:txBody>
      </p:sp>
      <p:sp>
        <p:nvSpPr>
          <p:cNvPr id="4" name="Thermometer tube"/>
          <p:cNvSpPr/>
          <p:nvPr/>
        </p:nvSpPr>
        <p:spPr>
          <a:xfrm>
            <a:off x="7315200" y="1005840"/>
            <a:ext cx="1097280" cy="5852160"/>
          </a:xfrm>
          <a:prstGeom prst="rect">
            <a:avLst/>
          </a:prstGeom>
          <a:solidFill>
            <a:srgbClr val="F4F1EA"/>
          </a:solidFill>
          <a:ln w="381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5" name="Thermometer fill"/>
          <p:cNvSpPr/>
          <p:nvPr/>
        </p:nvSpPr>
        <p:spPr>
          <a:xfrm>
            <a:off x="7552944" y="3017520"/>
            <a:ext cx="621792" cy="3931920"/>
          </a:xfrm>
          <a:prstGeom prst="rect">
            <a:avLst/>
          </a:prstGeom>
          <a:solidFill>
            <a:srgbClr val="156826"/>
          </a:solidFill>
          <a:ln w="12700">
            <a:solidFill>
              <a:srgbClr val="156826"/>
            </a:solidFill>
            <a:prstDash val="solid"/>
          </a:ln>
        </p:spPr>
        <p:txBody>
          <a:bodyPr/>
          <a:p/>
        </p:txBody>
      </p:sp>
      <p:sp>
        <p:nvSpPr>
          <p:cNvPr id="6" name="Thermometer bulb"/>
          <p:cNvSpPr/>
          <p:nvPr/>
        </p:nvSpPr>
        <p:spPr>
          <a:xfrm>
            <a:off x="7040880" y="6400800"/>
            <a:ext cx="1645920" cy="1645920"/>
          </a:xfrm>
          <a:prstGeom prst="ellipse">
            <a:avLst/>
          </a:prstGeom>
          <a:solidFill>
            <a:srgbClr val="156826"/>
          </a:solidFill>
          <a:ln w="12700">
            <a:solidFill>
              <a:srgbClr val="156826"/>
            </a:solidFill>
            <a:prstDash val="solid"/>
          </a:ln>
        </p:spPr>
        <p:txBody>
          <a:bodyPr/>
          <a:p/>
        </p:txBody>
      </p:sp>
      <p:sp>
        <p:nvSpPr>
          <p:cNvPr id="7" name="Tick 1"/>
          <p:cNvSpPr/>
          <p:nvPr/>
        </p:nvSpPr>
        <p:spPr>
          <a:xfrm>
            <a:off x="8412480" y="1828800"/>
            <a:ext cx="365760" cy="54864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8" name="Tick 2"/>
          <p:cNvSpPr/>
          <p:nvPr/>
        </p:nvSpPr>
        <p:spPr>
          <a:xfrm>
            <a:off x="8412480" y="2743200"/>
            <a:ext cx="365760" cy="54864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9" name="Tick 3"/>
          <p:cNvSpPr/>
          <p:nvPr/>
        </p:nvSpPr>
        <p:spPr>
          <a:xfrm>
            <a:off x="8412480" y="3657600"/>
            <a:ext cx="365760" cy="54864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10" name="Tick 4"/>
          <p:cNvSpPr/>
          <p:nvPr/>
        </p:nvSpPr>
        <p:spPr>
          <a:xfrm>
            <a:off x="8412480" y="4572000"/>
            <a:ext cx="365760" cy="54864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11" name="Tick 5"/>
          <p:cNvSpPr/>
          <p:nvPr/>
        </p:nvSpPr>
        <p:spPr>
          <a:xfrm>
            <a:off x="8412480" y="5486400"/>
            <a:ext cx="365760" cy="54864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12" name="Temp box"/>
          <p:cNvSpPr/>
          <p:nvPr/>
        </p:nvSpPr>
        <p:spPr>
          <a:xfrm>
            <a:off x="3985955" y="2743200"/>
            <a:ext cx="3237805" cy="822960"/>
          </a:xfrm>
          <a:prstGeom prst="rect">
            <a:avLst/>
          </a:prstGeom>
          <a:solidFill>
            <a:srgbClr val="C89B7B"/>
          </a:solidFill>
          <a:ln w="12700">
            <a:solidFill>
              <a:srgbClr val="C89B7B"/>
            </a:solidFill>
            <a:prstDash val="solid"/>
          </a:ln>
        </p:spPr>
        <p:txBody>
          <a:bodyPr/>
          <a:p/>
        </p:txBody>
      </p:sp>
      <p:sp>
        <p:nvSpPr>
          <p:cNvPr id="13" name="Temp"/>
          <p:cNvSpPr txBox="1"/>
          <p:nvPr/>
        </p:nvSpPr>
        <p:spPr>
          <a:xfrm>
            <a:off x="4168835" y="2907792"/>
            <a:ext cx="29634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4" b="1" dirty="0">
                <a:solidFill>
                  <a:srgbClr val="4F34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 to 68°C</a:t>
            </a:r>
            <a:endParaRPr lang="en-US" sz="3310" dirty="0"/>
          </a:p>
        </p:txBody>
      </p:sp>
      <p:sp>
        <p:nvSpPr>
          <p:cNvPr id="14" name="Blue box"/>
          <p:cNvSpPr/>
          <p:nvPr/>
        </p:nvSpPr>
        <p:spPr>
          <a:xfrm>
            <a:off x="0" y="8778240"/>
            <a:ext cx="9875520" cy="3566160"/>
          </a:xfrm>
          <a:prstGeom prst="rect">
            <a:avLst/>
          </a:prstGeom>
          <a:solidFill>
            <a:srgbClr val="3780B8"/>
          </a:solidFill>
          <a:ln w="12700">
            <a:solidFill>
              <a:srgbClr val="3780B8"/>
            </a:solidFill>
            <a:prstDash val="solid"/>
          </a:ln>
        </p:spPr>
        <p:txBody>
          <a:bodyPr/>
          <a:p/>
        </p:txBody>
      </p:sp>
      <p:sp>
        <p:nvSpPr>
          <p:cNvPr id="15" name="Headline"/>
          <p:cNvSpPr txBox="1"/>
          <p:nvPr/>
        </p:nvSpPr>
        <p:spPr>
          <a:xfrm>
            <a:off x="640080" y="905256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7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Last call:</a:t>
            </a:r>
            <a:endParaRPr lang="en-US" sz="547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7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starts tomorrow</a:t>
            </a:r>
            <a:endParaRPr lang="en-US" sz="5470" dirty="0"/>
          </a:p>
        </p:txBody>
      </p:sp>
      <p:sp>
        <p:nvSpPr>
          <p:cNvPr id="16" name="Details"/>
          <p:cNvSpPr txBox="1"/>
          <p:nvPr/>
        </p:nvSpPr>
        <p:spPr>
          <a:xfrm>
            <a:off x="640080" y="11109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Compost Intensive, 11 January</a:t>
            </a:r>
            <a:endParaRPr lang="en-US" sz="3740" dirty="0"/>
          </a:p>
        </p:txBody>
      </p:sp>
      <p:pic>
        <p:nvPicPr>
          <p:cNvPr id="18" name="SFW 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6984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09-11-2026 Compost Intensive January cohort</dc:title>
  <dc:subject>PptxGenJS Presentation</dc:subject>
  <dc:creator>PptxGenJS</dc:creator>
  <cp:lastModifiedBy>PptxGenJS</cp:lastModifiedBy>
  <cp:revision>1</cp:revision>
  <dcterms:created xsi:type="dcterms:W3CDTF">2026-10-30T21:45:35Z</dcterms:created>
  <dcterms:modified xsi:type="dcterms:W3CDTF">2026-10-30T21:45:35Z</dcterms:modified>
</cp:coreProperties>
</file>