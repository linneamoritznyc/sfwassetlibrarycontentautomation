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" y="3183467"/>
            <a:ext cx="5994400" cy="65024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MEET THE TEAM</a:t>
            </a:r>
          </a:p>
        </p:txBody>
      </p:sp>
      <p:sp>
        <p:nvSpPr>
          <p:cNvPr id="6" name="heading"/>
          <p:cNvSpPr txBox="1"/>
          <p:nvPr/>
        </p:nvSpPr>
        <p:spPr>
          <a:xfrm>
            <a:off x="762000" y="1185333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Ib Borup Pedersen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62000" y="2074333"/>
            <a:ext cx="7450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70" i="0" b="0">
                <a:solidFill>
                  <a:srgbClr val="156826"/>
                </a:solidFill>
                <a:latin typeface="Source Sans 3"/>
              </a:rPr>
              <a:t>Farmer, Soil Food Web Consultant and mentor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