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4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D5E9DA"/>
                </a:solidFill>
                <a:latin typeface="Pathway Gothic One"/>
              </a:rPr>
              <a:t>FUN SOIL NEWS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3217333"/>
            <a:ext cx="76200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670" i="0" b="1">
                <a:solidFill>
                  <a:srgbClr val="F4F1EA"/>
                </a:solidFill>
                <a:latin typeface="Montserrat"/>
              </a:rPr>
              <a:t>January 2027.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62000" y="5892800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70" i="0" b="0">
                <a:solidFill>
                  <a:srgbClr val="E3DDCC"/>
                </a:solidFill>
                <a:latin typeface="Source Sans 3"/>
              </a:rPr>
              <a:t>Three good stories from the soil this month.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4" name="place"/>
          <p:cNvSpPr txBox="1"/>
          <p:nvPr/>
        </p:nvSpPr>
        <p:spPr>
          <a:xfrm>
            <a:off x="762000" y="1354667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70" i="0" b="0">
                <a:solidFill>
                  <a:srgbClr val="D5E9DA"/>
                </a:solidFill>
                <a:latin typeface="Pathway Gothic One"/>
              </a:rPr>
              <a:t>BRAZIL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3217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70" i="0" b="1">
                <a:solidFill>
                  <a:srgbClr val="F4F1EA"/>
                </a:solidFill>
                <a:latin typeface="Montserrat"/>
              </a:rPr>
              <a:t>R$250 million to turn 4,000 hectares of degraded land into cocoa agroforests.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4" name="place"/>
          <p:cNvSpPr txBox="1"/>
          <p:nvPr/>
        </p:nvSpPr>
        <p:spPr>
          <a:xfrm>
            <a:off x="762000" y="1354667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70" i="0" b="0">
                <a:solidFill>
                  <a:srgbClr val="D5E9DA"/>
                </a:solidFill>
                <a:latin typeface="Pathway Gothic One"/>
              </a:rPr>
              <a:t>UNITED STATES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3217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70" i="0" b="1">
                <a:solidFill>
                  <a:srgbClr val="F4F1EA"/>
                </a:solidFill>
                <a:latin typeface="Montserrat"/>
              </a:rPr>
              <a:t>USDA's Regenerative Pilot Program grows to $1 billion.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4" name="place"/>
          <p:cNvSpPr txBox="1"/>
          <p:nvPr/>
        </p:nvSpPr>
        <p:spPr>
          <a:xfrm>
            <a:off x="762000" y="1354667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70" i="0" b="0">
                <a:solidFill>
                  <a:srgbClr val="D5E9DA"/>
                </a:solidFill>
                <a:latin typeface="Pathway Gothic One"/>
              </a:rPr>
              <a:t>GERMANY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3217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70" i="0" b="1">
                <a:solidFill>
                  <a:srgbClr val="F4F1EA"/>
                </a:solidFill>
                <a:latin typeface="Montserrat"/>
              </a:rPr>
              <a:t>Forest soils took up about 3% more methane each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