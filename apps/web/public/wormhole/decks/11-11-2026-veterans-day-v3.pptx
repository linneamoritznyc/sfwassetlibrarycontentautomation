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rown box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70000"/>
            <a:ext cx="7924800" cy="8890000"/>
          </a:xfrm>
          <a:prstGeom prst="rect">
            <a:avLst/>
          </a:prstGeom>
        </p:spPr>
      </p:pic>
      <p:pic>
        <p:nvPicPr>
          <p:cNvPr id="4" name="SFW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533" y="8763000"/>
            <a:ext cx="1270000" cy="1270000"/>
          </a:xfrm>
          <a:prstGeom prst="rect">
            <a:avLst/>
          </a:prstGeom>
        </p:spPr>
      </p:pic>
      <p:pic>
        <p:nvPicPr>
          <p:cNvPr id="5" name="Cornflow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7" y="8974667"/>
            <a:ext cx="2032000" cy="24553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151467" y="1811867"/>
            <a:ext cx="6841067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F4F1EA"/>
                </a:solidFill>
                <a:latin typeface="Montserrat"/>
              </a:rPr>
              <a:t>Happy Veterans Day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151467" y="3725333"/>
            <a:ext cx="6434667" cy="550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F4F1EA"/>
                </a:solidFill>
                <a:latin typeface="Source Sans 3"/>
              </a:rPr>
              <a:t>Suzanne Shea and Warlinda Walker, two of our community, met at the Farmer Veteran Coalition conference.
Williamsburg, Virginia, October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