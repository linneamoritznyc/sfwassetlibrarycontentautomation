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Donald Hobern, CC BY 2.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9304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6764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Save Soil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Donald Hobern, CC BY 2.0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5 numbers that show what soil life does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Soil's paper on soil and adaptation.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consciousplanet.org/save-soil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6x faster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Water soaked into regenerative almond orchards 6 times faster. LaCanne et al.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133% more microbial carbon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regenerative organic soils. Mäder et al.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2.4 to 13.5x more earthworms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diversified rotations than in rye monoculture. Bogušas et al. 2022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+24% glomalin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fungal protein that glues soil crumbs together, under perennial pasture. Abán et al.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+38 to 137% maize yield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drought years, in legume and manure systems. Lotter et al. 2003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 (Isha Foundation).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