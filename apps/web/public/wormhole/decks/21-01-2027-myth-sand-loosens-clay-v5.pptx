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402667"/>
            <a:ext cx="3556000" cy="3556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MYTH VS MECHANISM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330" i="0" b="1">
                <a:solidFill>
                  <a:srgbClr val="4F3433"/>
                </a:solidFill>
                <a:latin typeface="Montserrat"/>
              </a:rPr>
              <a:t>Myth: add sand to loosen clay soil.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8297333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670" i="0" b="0">
                <a:solidFill>
                  <a:srgbClr val="333130"/>
                </a:solidFill>
                <a:latin typeface="Source Sans 3"/>
              </a:rPr>
              <a:t>Sand in clay packs tight and can set hard.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4741333"/>
            <a:ext cx="3556000" cy="3556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THE MECHANISM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i="0" b="1">
                <a:solidFill>
                  <a:srgbClr val="4F3433"/>
                </a:solidFill>
                <a:latin typeface="Montserrat"/>
              </a:rPr>
              <a:t>Add organic matter and let soil life build the crumb.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8551333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i="0" b="0">
                <a:solidFill>
                  <a:srgbClr val="333130"/>
                </a:solidFill>
                <a:latin typeface="Source Sans 3"/>
              </a:rPr>
              <a:t>Fungal threads and microbial glues hold crumbs together, with air and water between.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