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9B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eam box"/>
          <p:cNvSpPr/>
          <p:nvPr/>
        </p:nvSpPr>
        <p:spPr>
          <a:xfrm>
            <a:off x="640080" y="640080"/>
            <a:ext cx="8595360" cy="22860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sp>
        <p:nvSpPr>
          <p:cNvPr id="3" name="Label"/>
          <p:cNvSpPr txBox="1"/>
          <p:nvPr/>
        </p:nvSpPr>
        <p:spPr>
          <a:xfrm>
            <a:off x="100584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320" dirty="0">
                <a:solidFill>
                  <a:srgbClr val="156826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THE FOUNDATION COURSES</a:t>
            </a:r>
            <a:endParaRPr lang="en-US" sz="4320" dirty="0"/>
          </a:p>
        </p:txBody>
      </p:sp>
      <p:sp>
        <p:nvSpPr>
          <p:cNvPr id="4" name="Headline"/>
          <p:cNvSpPr txBox="1"/>
          <p:nvPr/>
        </p:nvSpPr>
        <p:spPr>
          <a:xfrm>
            <a:off x="100584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50" b="1" dirty="0">
                <a:solidFill>
                  <a:srgbClr val="4F34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any time</a:t>
            </a:r>
            <a:endParaRPr lang="en-US" sz="6050" dirty="0"/>
          </a:p>
        </p:txBody>
      </p:sp>
      <p:sp>
        <p:nvSpPr>
          <p:cNvPr id="5" name="Tile 1"/>
          <p:cNvSpPr/>
          <p:nvPr/>
        </p:nvSpPr>
        <p:spPr>
          <a:xfrm>
            <a:off x="640080" y="3200400"/>
            <a:ext cx="4206240" cy="3657600"/>
          </a:xfrm>
          <a:prstGeom prst="rect">
            <a:avLst/>
          </a:prstGeom>
          <a:solidFill>
            <a:srgbClr val="156826"/>
          </a:solidFill>
          <a:ln w="12700">
            <a:solidFill>
              <a:srgbClr val="156826"/>
            </a:solidFill>
            <a:prstDash val="solid"/>
          </a:ln>
        </p:spPr>
        <p:txBody>
          <a:bodyPr/>
          <a:p/>
        </p:txBody>
      </p:sp>
      <p:sp>
        <p:nvSpPr>
          <p:cNvPr id="6" name="Number 1"/>
          <p:cNvSpPr txBox="1"/>
          <p:nvPr/>
        </p:nvSpPr>
        <p:spPr>
          <a:xfrm>
            <a:off x="1005840" y="3474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Course 1"/>
          <p:cNvSpPr txBox="1"/>
          <p:nvPr/>
        </p:nvSpPr>
        <p:spPr>
          <a:xfrm>
            <a:off x="1005840" y="48463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Introduction to the Soil Food Web</a:t>
            </a:r>
            <a:endParaRPr lang="en-US" sz="3740" dirty="0"/>
          </a:p>
        </p:txBody>
      </p:sp>
      <p:sp>
        <p:nvSpPr>
          <p:cNvPr id="8" name="Tile 2"/>
          <p:cNvSpPr/>
          <p:nvPr/>
        </p:nvSpPr>
        <p:spPr>
          <a:xfrm>
            <a:off x="5029200" y="3200400"/>
            <a:ext cx="4206240" cy="3657600"/>
          </a:xfrm>
          <a:prstGeom prst="rect">
            <a:avLst/>
          </a:prstGeom>
          <a:solidFill>
            <a:srgbClr val="3780B8"/>
          </a:solidFill>
          <a:ln w="12700">
            <a:solidFill>
              <a:srgbClr val="3780B8"/>
            </a:solidFill>
            <a:prstDash val="solid"/>
          </a:ln>
        </p:spPr>
        <p:txBody>
          <a:bodyPr/>
          <a:p/>
        </p:txBody>
      </p:sp>
      <p:sp>
        <p:nvSpPr>
          <p:cNvPr id="9" name="Number 2"/>
          <p:cNvSpPr txBox="1"/>
          <p:nvPr/>
        </p:nvSpPr>
        <p:spPr>
          <a:xfrm>
            <a:off x="5394960" y="3474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Course 2"/>
          <p:cNvSpPr txBox="1"/>
          <p:nvPr/>
        </p:nvSpPr>
        <p:spPr>
          <a:xfrm>
            <a:off x="5394960" y="48463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BioComplete™ Compost</a:t>
            </a:r>
            <a:endParaRPr lang="en-US" sz="3740" dirty="0"/>
          </a:p>
        </p:txBody>
      </p:sp>
      <p:sp>
        <p:nvSpPr>
          <p:cNvPr id="11" name="Tile 3"/>
          <p:cNvSpPr/>
          <p:nvPr/>
        </p:nvSpPr>
        <p:spPr>
          <a:xfrm>
            <a:off x="640080" y="7040880"/>
            <a:ext cx="4206240" cy="3657600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12" name="Number 3"/>
          <p:cNvSpPr txBox="1"/>
          <p:nvPr/>
        </p:nvSpPr>
        <p:spPr>
          <a:xfrm>
            <a:off x="1005840" y="7315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7200" dirty="0"/>
          </a:p>
        </p:txBody>
      </p:sp>
      <p:sp>
        <p:nvSpPr>
          <p:cNvPr id="13" name="Course 3"/>
          <p:cNvSpPr txBox="1"/>
          <p:nvPr/>
        </p:nvSpPr>
        <p:spPr>
          <a:xfrm>
            <a:off x="1005840" y="86868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BioComplete™ Liquid Amendments</a:t>
            </a:r>
            <a:endParaRPr lang="en-US" sz="3740" dirty="0"/>
          </a:p>
        </p:txBody>
      </p:sp>
      <p:pic>
        <p:nvPicPr>
          <p:cNvPr id="14" name="Microscope photo" descr="px/micro_s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040880"/>
            <a:ext cx="4206240" cy="3657600"/>
          </a:xfrm>
          <a:prstGeom prst="rect">
            <a:avLst/>
          </a:prstGeom>
        </p:spPr>
      </p:pic>
      <p:sp>
        <p:nvSpPr>
          <p:cNvPr id="15" name="Label box 4"/>
          <p:cNvSpPr/>
          <p:nvPr/>
        </p:nvSpPr>
        <p:spPr>
          <a:xfrm>
            <a:off x="5029200" y="9692640"/>
            <a:ext cx="4206240" cy="100584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  <p:txBody>
          <a:bodyPr/>
          <a:p/>
        </p:txBody>
      </p:sp>
      <p:sp>
        <p:nvSpPr>
          <p:cNvPr id="16" name="Course 4"/>
          <p:cNvSpPr txBox="1"/>
          <p:nvPr/>
        </p:nvSpPr>
        <p:spPr>
          <a:xfrm>
            <a:off x="5303520" y="985723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890" b="1" dirty="0">
                <a:solidFill>
                  <a:srgbClr val="1568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Microscopy</a:t>
            </a:r>
            <a:endParaRPr lang="en-US" sz="3890" dirty="0"/>
          </a:p>
        </p:txBody>
      </p:sp>
      <p:sp>
        <p:nvSpPr>
          <p:cNvPr id="17" name="Details"/>
          <p:cNvSpPr txBox="1"/>
          <p:nvPr/>
        </p:nvSpPr>
        <p:spPr>
          <a:xfrm>
            <a:off x="640080" y="112014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4F34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Until November 30. Link in bio.</a:t>
            </a:r>
            <a:endParaRPr lang="en-US" sz="3740" dirty="0"/>
          </a:p>
        </p:txBody>
      </p:sp>
      <p:sp>
        <p:nvSpPr>
          <p:cNvPr id="18" name="Logo box"/>
          <p:cNvSpPr/>
          <p:nvPr/>
        </p:nvSpPr>
        <p:spPr>
          <a:xfrm>
            <a:off x="8046720" y="10881360"/>
            <a:ext cx="1188720" cy="1188720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pic>
        <p:nvPicPr>
          <p:cNvPr id="20" name="SFW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18-11-2026 Foundation Courses</dc:title>
  <dc:subject>PptxGenJS Presentation</dc:subject>
  <dc:creator>PptxGenJS</dc:creator>
  <cp:lastModifiedBy>PptxGenJS</cp:lastModifiedBy>
  <cp:revision>1</cp:revision>
  <dcterms:created xsi:type="dcterms:W3CDTF">2026-10-30T21:45:35Z</dcterms:created>
  <dcterms:modified xsi:type="dcterms:W3CDTF">2026-10-30T21:45:35Z</dcterms:modified>
</cp:coreProperties>
</file>