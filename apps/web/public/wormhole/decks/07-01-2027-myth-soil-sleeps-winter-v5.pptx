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02667"/>
            <a:ext cx="7620000" cy="5249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MYTH VS MECHANISM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70" i="0" b="1">
                <a:solidFill>
                  <a:srgbClr val="4F3433"/>
                </a:solidFill>
                <a:latin typeface="Montserrat"/>
              </a:rPr>
              <a:t>Myth: soil life sleeps all winter.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1016000" y="4572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SNOW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02667"/>
            <a:ext cx="7620000" cy="5249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THE MECHANISM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70" i="0" b="1">
                <a:solidFill>
                  <a:srgbClr val="4F3433"/>
                </a:solidFill>
                <a:latin typeface="Montserrat"/>
              </a:rPr>
              <a:t>Under the snow, microbes keep growing.</a:t>
            </a:r>
          </a:p>
        </p:txBody>
      </p:sp>
      <p:sp>
        <p:nvSpPr>
          <p:cNvPr id="7" name="label"/>
          <p:cNvSpPr txBox="1"/>
          <p:nvPr/>
        </p:nvSpPr>
        <p:spPr>
          <a:xfrm>
            <a:off x="1016000" y="9821333"/>
            <a:ext cx="6773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70" i="0" b="0">
                <a:solidFill>
                  <a:srgbClr val="F4F1EA"/>
                </a:solidFill>
                <a:latin typeface="Source Sans 3"/>
              </a:rPr>
              <a:t>bacteria still dividing around the roots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