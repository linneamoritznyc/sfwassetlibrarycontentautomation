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ree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4572000"/>
            <a:ext cx="7620000" cy="508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Myth: “Mother trees feed their seedlings through a fungal internet.”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ree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4572000"/>
            <a:ext cx="7620000" cy="50800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67" y="8923867"/>
            <a:ext cx="448733" cy="9906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Mycorrhizal fungi do connect the roots of different trees. That part is real.</a:t>
            </a:r>
          </a:p>
        </p:txBody>
      </p:sp>
      <p:sp>
        <p:nvSpPr>
          <p:cNvPr id="7" name="label fungal threads between t"/>
          <p:cNvSpPr txBox="1"/>
          <p:nvPr/>
        </p:nvSpPr>
        <p:spPr>
          <a:xfrm>
            <a:off x="931333" y="9906000"/>
            <a:ext cx="474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fungal threads between the roots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ree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4572000"/>
            <a:ext cx="7620000" cy="508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But field evidence that trees send meaningful resources to each other through them is thin.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citation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49333"/>
            <a:ext cx="7620000" cy="3556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A 2023 review found positive citation bias: papers cited the dramatic claims more than the data supported.</a:t>
            </a:r>
          </a:p>
        </p:txBody>
      </p:sp>
      <p:sp>
        <p:nvSpPr>
          <p:cNvPr id="6" name="label Karst et al. 2023, Natur"/>
          <p:cNvSpPr txBox="1"/>
          <p:nvPr/>
        </p:nvSpPr>
        <p:spPr>
          <a:xfrm>
            <a:off x="762000" y="93980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Karst et al. 2023, Nature Ecology and Evolution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root-ti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5503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200" y="5842000"/>
            <a:ext cx="2641600" cy="8043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533" y="7323667"/>
            <a:ext cx="1193800" cy="8128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What is solid: mycorrhizal fungi trade nutrients and water for plant sugars, one plant at a time.</a:t>
            </a:r>
          </a:p>
        </p:txBody>
      </p:sp>
      <p:sp>
        <p:nvSpPr>
          <p:cNvPr id="8" name="label sugars go to the fungus"/>
          <p:cNvSpPr txBox="1"/>
          <p:nvPr/>
        </p:nvSpPr>
        <p:spPr>
          <a:xfrm>
            <a:off x="846667" y="52493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sugars go to the fungus</a:t>
            </a:r>
          </a:p>
        </p:txBody>
      </p:sp>
      <p:sp>
        <p:nvSpPr>
          <p:cNvPr id="9" name="label nutrients and water come"/>
          <p:cNvSpPr txBox="1"/>
          <p:nvPr/>
        </p:nvSpPr>
        <p:spPr>
          <a:xfrm>
            <a:off x="5926667" y="8128000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nutrients and water come 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re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773333"/>
            <a:ext cx="7620000" cy="3217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Real science is exciting enough. Source on the slide.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78933" y="3725333"/>
            <a:ext cx="7281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2270" i="0" b="0">
                <a:solidFill>
                  <a:srgbClr val="5C4636"/>
                </a:solidFill>
                <a:latin typeface="Montserrat"/>
              </a:rPr>
              <a:t>Karst, J., Jones, M. D. and Hoeksema, J. D. (2023). Positive citation bias and overinterpreted results lead to misinformation on common mycorrhizal networks in forests. Nature Ecology and Evolution 7: 501–511.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