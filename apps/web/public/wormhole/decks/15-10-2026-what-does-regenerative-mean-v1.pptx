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ark-soil-clum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6434667"/>
            <a:ext cx="3556000" cy="2175933"/>
          </a:xfrm>
          <a:prstGeom prst="rect">
            <a:avLst/>
          </a:prstGeom>
        </p:spPr>
      </p:pic>
      <p:pic>
        <p:nvPicPr>
          <p:cNvPr id="4" name="fern-fiddlehea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33" y="5418667"/>
            <a:ext cx="3953933" cy="4402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4F3433"/>
                </a:solidFill>
                <a:latin typeface="Fredoka"/>
              </a:rPr>
              <a:t>What does “regenerative” actually mean, 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