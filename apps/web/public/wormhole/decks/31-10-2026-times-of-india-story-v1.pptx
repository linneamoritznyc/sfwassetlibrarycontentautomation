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1016000"/>
            <a:ext cx="1016000" cy="1016000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2455333"/>
            <a:ext cx="7924800" cy="10007600"/>
          </a:xfrm>
          <a:prstGeom prst="rect">
            <a:avLst/>
          </a:prstGeom>
        </p:spPr>
      </p:pic>
      <p:pic>
        <p:nvPicPr>
          <p:cNvPr id="5" name="Photo: Evan Buckman teaching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2692400"/>
            <a:ext cx="7450667" cy="592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8026400"/>
            <a:ext cx="35136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9330267"/>
            <a:ext cx="84667" cy="14139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12267" y="12818533"/>
            <a:ext cx="474133" cy="474133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8077200"/>
            <a:ext cx="32596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The Times of India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8703733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Evan Buckman teaching in Coimbatore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9262533"/>
            <a:ext cx="7027333" cy="169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730" i="0" b="1">
                <a:solidFill>
                  <a:srgbClr val="4F3433"/>
                </a:solidFill>
                <a:latin typeface="Montserrat"/>
              </a:rPr>
              <a:t>We made the Times of India!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10981267"/>
            <a:ext cx="7027333" cy="118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46 people from 10 countries learned with us in Coimbatore.</a:t>
            </a:r>
          </a:p>
        </p:txBody>
      </p:sp>
      <p:sp>
        <p:nvSpPr>
          <p:cNvPr id="13" name="Sticker note"/>
          <p:cNvSpPr txBox="1"/>
          <p:nvPr/>
        </p:nvSpPr>
        <p:spPr>
          <a:xfrm>
            <a:off x="643467" y="12767733"/>
            <a:ext cx="5080000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i="0" b="1">
                <a:solidFill>
                  <a:srgbClr val="F4F1EA"/>
                </a:solidFill>
                <a:latin typeface="Montserrat"/>
              </a:rPr>
              <a:t>Read the article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