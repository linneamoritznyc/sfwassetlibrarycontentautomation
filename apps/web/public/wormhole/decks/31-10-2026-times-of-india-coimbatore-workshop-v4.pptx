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2.jpg"/><Relationship Id="rId6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4.jpg"/><Relationship Id="rId6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Photo: Soil Food Web Foundation, Coimbatore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35136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32596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The Times of India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Photo: Soil Food Web Foundation, Coimbatore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We made the Times of India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Our India Accelerator Workshop, Coimbatore, Tamil Nadu.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timesofindia.indiatimes.com/
articleshow/135370094.cms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7797800"/>
          </a:xfrm>
          <a:prstGeom prst="rect">
            <a:avLst/>
          </a:prstGeom>
        </p:spPr>
      </p:pic>
      <p:pic>
        <p:nvPicPr>
          <p:cNvPr id="5" name="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979333"/>
          </a:xfrm>
          <a:prstGeom prst="rect">
            <a:avLst/>
          </a:prstGeom>
        </p:spPr>
      </p:pic>
      <p:pic>
        <p:nvPicPr>
          <p:cNvPr id="6" name="Bar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5926667"/>
            <a:ext cx="84667" cy="1371600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1134533" y="5858933"/>
            <a:ext cx="7027333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46 participants from 10 countries</a:t>
            </a:r>
          </a:p>
        </p:txBody>
      </p:sp>
      <p:sp>
        <p:nvSpPr>
          <p:cNvPr id="8" name="Details"/>
          <p:cNvSpPr txBox="1"/>
          <p:nvPr/>
        </p:nvSpPr>
        <p:spPr>
          <a:xfrm>
            <a:off x="1134533" y="7535333"/>
            <a:ext cx="7027333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Farmers, soil scientists, microbiologists and consultants.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7797800"/>
          </a:xfrm>
          <a:prstGeom prst="rect">
            <a:avLst/>
          </a:prstGeom>
        </p:spPr>
      </p:pic>
      <p:pic>
        <p:nvPicPr>
          <p:cNvPr id="5" name="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979333"/>
          </a:xfrm>
          <a:prstGeom prst="rect">
            <a:avLst/>
          </a:prstGeom>
        </p:spPr>
      </p:pic>
      <p:pic>
        <p:nvPicPr>
          <p:cNvPr id="6" name="Bar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5926667"/>
            <a:ext cx="84667" cy="1371600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1134533" y="5858933"/>
            <a:ext cx="7027333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The Save Soil model farm</a:t>
            </a:r>
          </a:p>
        </p:txBody>
      </p:sp>
      <p:sp>
        <p:nvSpPr>
          <p:cNvPr id="8" name="Details"/>
          <p:cNvSpPr txBox="1"/>
          <p:nvPr/>
        </p:nvSpPr>
        <p:spPr>
          <a:xfrm>
            <a:off x="1134533" y="7535333"/>
            <a:ext cx="7027333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Ten days at Sadhguru's Save Soil Regenerative Revolution farm.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7797800"/>
          </a:xfrm>
          <a:prstGeom prst="rect">
            <a:avLst/>
          </a:prstGeom>
        </p:spPr>
      </p:pic>
      <p:pic>
        <p:nvPicPr>
          <p:cNvPr id="5" name="Photo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979333"/>
          </a:xfrm>
          <a:prstGeom prst="rect">
            <a:avLst/>
          </a:prstGeom>
        </p:spPr>
      </p:pic>
      <p:pic>
        <p:nvPicPr>
          <p:cNvPr id="6" name="Bar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5926667"/>
            <a:ext cx="84667" cy="1371600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1134533" y="5858933"/>
            <a:ext cx="7027333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Compost to microscope</a:t>
            </a:r>
          </a:p>
        </p:txBody>
      </p:sp>
      <p:sp>
        <p:nvSpPr>
          <p:cNvPr id="8" name="Details"/>
          <p:cNvSpPr txBox="1"/>
          <p:nvPr/>
        </p:nvSpPr>
        <p:spPr>
          <a:xfrm>
            <a:off x="1134533" y="7535333"/>
            <a:ext cx="7027333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BioComplete™ compost, extracts, teas and soil sampling.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article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The Times of India, 30 October 2026. In collaboration with Isha Outreach.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