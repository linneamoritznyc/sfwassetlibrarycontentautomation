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  <p:sldId id="258" r:id="rId11"/>
    <p:sldId id="259" r:id="rId12"/>
    <p:sldId id="260" r:id="rId13"/>
    <p:sldId id="261" r:id="rId14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Casey Williams, Soil Food Web mentor. Flower frame from Linnea's Canva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Brian Daubenspeck, Soil Food Web mentor. Flower frame from Linnea's Canva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Delvin Solkinson, Permaculture Lead. Flower frame from Linnea's Canva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Tommy Tepper, Director of Education. Flower frame from Linnea's Canva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Dora Tkalec, Soil Food Web mentor. Flower frame from Linnea's Canva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0.jpg"/><Relationship Id="rId2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1.jpg"/><Relationship Id="rId2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2.jpg"/><Relationship Id="rId2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3.jpg"/><Relationship Id="rId21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Photo: Casey Williams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Casey Williams"/>
          <p:cNvSpPr txBox="1"/>
          <p:nvPr/>
        </p:nvSpPr>
        <p:spPr>
          <a:xfrm>
            <a:off x="571500" y="11639550"/>
            <a:ext cx="91440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4F3433"/>
                </a:solidFill>
                <a:latin typeface="Montserrat"/>
              </a:rPr>
              <a:t>Casey Williams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571500" y="123634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50" b="0">
                <a:solidFill>
                  <a:srgbClr val="156826"/>
                </a:solidFill>
                <a:latin typeface="Source Sans 3"/>
              </a:rPr>
              <a:t>Soil Food Web mentor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Photo: Brian Daubenspeck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Brian Daubenspeck"/>
          <p:cNvSpPr txBox="1"/>
          <p:nvPr/>
        </p:nvSpPr>
        <p:spPr>
          <a:xfrm>
            <a:off x="571500" y="11639550"/>
            <a:ext cx="91440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4F3433"/>
                </a:solidFill>
                <a:latin typeface="Montserrat"/>
              </a:rPr>
              <a:t>Brian Daubenspeck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571500" y="123634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50" b="0">
                <a:solidFill>
                  <a:srgbClr val="156826"/>
                </a:solidFill>
                <a:latin typeface="Source Sans 3"/>
              </a:rPr>
              <a:t>Soil Food Web mentor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Photo: Delvin Solkinson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elvin Solkinson"/>
          <p:cNvSpPr txBox="1"/>
          <p:nvPr/>
        </p:nvSpPr>
        <p:spPr>
          <a:xfrm>
            <a:off x="571500" y="11639550"/>
            <a:ext cx="91440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4F3433"/>
                </a:solidFill>
                <a:latin typeface="Montserrat"/>
              </a:rPr>
              <a:t>Delvin Solkinson</a:t>
            </a:r>
          </a:p>
        </p:txBody>
      </p:sp>
      <p:sp>
        <p:nvSpPr>
          <p:cNvPr id="57" name="Permaculture Lead"/>
          <p:cNvSpPr txBox="1"/>
          <p:nvPr/>
        </p:nvSpPr>
        <p:spPr>
          <a:xfrm>
            <a:off x="571500" y="123634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50" b="0">
                <a:solidFill>
                  <a:srgbClr val="156826"/>
                </a:solidFill>
                <a:latin typeface="Source Sans 3"/>
              </a:rPr>
              <a:t>Permaculture Lead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Photo: Tommy Tepper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Tommy Tepper"/>
          <p:cNvSpPr txBox="1"/>
          <p:nvPr/>
        </p:nvSpPr>
        <p:spPr>
          <a:xfrm>
            <a:off x="571500" y="11639550"/>
            <a:ext cx="91440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4F3433"/>
                </a:solidFill>
                <a:latin typeface="Montserrat"/>
              </a:rPr>
              <a:t>Tommy Tepper</a:t>
            </a:r>
          </a:p>
        </p:txBody>
      </p:sp>
      <p:sp>
        <p:nvSpPr>
          <p:cNvPr id="57" name="Director of Education"/>
          <p:cNvSpPr txBox="1"/>
          <p:nvPr/>
        </p:nvSpPr>
        <p:spPr>
          <a:xfrm>
            <a:off x="571500" y="123634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50" b="0">
                <a:solidFill>
                  <a:srgbClr val="156826"/>
                </a:solidFill>
                <a:latin typeface="Source Sans 3"/>
              </a:rPr>
              <a:t>Director of Education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Photo: Dora Tkalec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ora Tkalec"/>
          <p:cNvSpPr txBox="1"/>
          <p:nvPr/>
        </p:nvSpPr>
        <p:spPr>
          <a:xfrm>
            <a:off x="571500" y="11639550"/>
            <a:ext cx="91440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4F3433"/>
                </a:solidFill>
                <a:latin typeface="Montserrat"/>
              </a:rPr>
              <a:t>Dora Tkalec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571500" y="123634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50" b="0">
                <a:solidFill>
                  <a:srgbClr val="156826"/>
                </a:solidFill>
                <a:latin typeface="Source Sans 3"/>
              </a:rPr>
              <a:t>Soil Food Web mentor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