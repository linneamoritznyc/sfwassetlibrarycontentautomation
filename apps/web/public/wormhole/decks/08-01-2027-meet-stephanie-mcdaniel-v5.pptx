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" y="728133"/>
            <a:ext cx="5317067" cy="65024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7620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MEET THE TEAM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8085667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330" i="0" b="1">
                <a:solidFill>
                  <a:srgbClr val="4F3433"/>
                </a:solidFill>
                <a:latin typeface="Montserrat"/>
              </a:rPr>
              <a:t>Stephanie McDaniel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8932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930" i="0" b="0">
                <a:solidFill>
                  <a:srgbClr val="156826"/>
                </a:solidFill>
                <a:latin typeface="Source Sans 3"/>
              </a:rPr>
              <a:t>Director of Communications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