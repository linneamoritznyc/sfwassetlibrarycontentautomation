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p14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We're going back to Costa 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Accelerator Workshop · 18 to 29 January 2027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5334000"/>
            <a:ext cx="2200275" cy="24765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p14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Ten days of compost piles, extracts and the microscope.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627870"/>
            <a:ext cx="672465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Week one: compost. Week two: liquid amendments.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4381500" cy="4124325"/>
          </a:xfrm>
          <a:prstGeom prst="rect">
            <a:avLst/>
          </a:prstGeom>
        </p:spPr>
      </p:pic>
      <p:pic>
        <p:nvPicPr>
          <p:cNvPr id="3" name="Picture 2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952500"/>
            <a:ext cx="3038475" cy="2476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7239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300" b="0">
                <a:solidFill>
                  <a:srgbClr val="22371F"/>
                </a:solidFill>
                <a:latin typeface="Fredoka"/>
              </a:rPr>
              <a:t>Where we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26958"/>
            <a:ext cx="8915400" cy="1002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156826"/>
                </a:solidFill>
                <a:latin typeface="Montserrat"/>
              </a:rPr>
              <a:t>Armonía Agricultura Orgánica, an organic farm on a school campus, 11 km north of San José.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p14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667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96000"/>
            <a:ext cx="10287000" cy="6762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76275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The early bird ends 4 November.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897112"/>
            <a:ext cx="7772400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1">
                <a:solidFill>
                  <a:srgbClr val="DDE5D4"/>
                </a:solidFill>
                <a:latin typeface="Montserrat"/>
              </a:rPr>
              <a:t>18 to 29 January 2027</a:t>
            </a:r>
          </a:p>
          <a:p>
            <a:pPr algn="l">
              <a:lnSpc>
                <a:spcPct val="114800"/>
              </a:lnSpc>
            </a:pPr>
            <a:r>
              <a:rPr sz="2700" b="1">
                <a:solidFill>
                  <a:srgbClr val="DDE5D4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6" name="Picture 5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857500"/>
            <a:ext cx="2047875" cy="439102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