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2-11-2026-costa-rica-a-day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048500"/>
            <a:ext cx="10287000" cy="581025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620000"/>
            <a:ext cx="7772400" cy="190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600" b="0">
                <a:solidFill>
                  <a:srgbClr val="F4F1EA"/>
                </a:solidFill>
                <a:latin typeface="Fredoka"/>
              </a:rPr>
              <a:t>A day at the Costa Rica workshop.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754362"/>
            <a:ext cx="777240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Accelerator Workshop, Costa Rica · 18 to 29 January 2027</a:t>
            </a:r>
          </a:p>
        </p:txBody>
      </p:sp>
      <p:pic>
        <p:nvPicPr>
          <p:cNvPr id="6" name="Picture 5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5715000"/>
            <a:ext cx="3267075" cy="2667000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2-11-2026-costa-rica-a-day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1535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250" b="0">
                <a:solidFill>
                  <a:srgbClr val="F4F1EA"/>
                </a:solidFill>
                <a:latin typeface="Fredoka"/>
              </a:rPr>
              <a:t>Morning: build the pile.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8907780"/>
            <a:ext cx="672465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Feedstocks, water, and a team to turn it with.</a:t>
            </a:r>
          </a:p>
        </p:txBody>
      </p:sp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3810000"/>
            <a:ext cx="2381250" cy="3810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05000"/>
            <a:ext cx="8915400" cy="19880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900" b="0">
                <a:solidFill>
                  <a:srgbClr val="4F3433"/>
                </a:solidFill>
                <a:latin typeface="Fredoka"/>
              </a:rPr>
              <a:t>Midday: lunch together.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21658"/>
            <a:ext cx="8915400" cy="575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700" b="0">
                <a:solidFill>
                  <a:srgbClr val="4F3433"/>
                </a:solidFill>
                <a:latin typeface="Montserrat"/>
              </a:rPr>
              <a:t>Lunch is on site, Monday to Friday.</a:t>
            </a:r>
          </a:p>
        </p:txBody>
      </p:sp>
      <p:pic>
        <p:nvPicPr>
          <p:cNvPr id="4" name="Picture 3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096000"/>
            <a:ext cx="2847975" cy="6105525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8572500"/>
            <a:ext cx="2543175" cy="2857500"/>
          </a:xfrm>
          <a:prstGeom prst="rect">
            <a:avLst/>
          </a:prstGeom>
        </p:spPr>
      </p:pic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6477000"/>
            <a:ext cx="3571875" cy="5715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2-11-2026-costa-rica-a-day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1535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250" b="0">
                <a:solidFill>
                  <a:srgbClr val="F4F1EA"/>
                </a:solidFill>
                <a:latin typeface="Fredoka"/>
              </a:rPr>
              <a:t>Afternoon: the microscope.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8907780"/>
            <a:ext cx="672465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You check what you made in the morning.</a:t>
            </a:r>
          </a:p>
        </p:txBody>
      </p:sp>
      <p:pic>
        <p:nvPicPr>
          <p:cNvPr id="6" name="Picture 5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5810250"/>
            <a:ext cx="2333625" cy="1905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047750"/>
            <a:ext cx="4572000" cy="4305300"/>
          </a:xfrm>
          <a:prstGeom prst="rect">
            <a:avLst/>
          </a:prstGeom>
        </p:spPr>
      </p:pic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0" y="571500"/>
            <a:ext cx="2314575" cy="4962525"/>
          </a:xfrm>
          <a:prstGeom prst="rect">
            <a:avLst/>
          </a:prstGeom>
        </p:spPr>
      </p:pic>
      <p:pic>
        <p:nvPicPr>
          <p:cNvPr id="4" name="Picture 3" descr="poro-flow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857250"/>
            <a:ext cx="2800350" cy="2286000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4476750"/>
            <a:ext cx="2200275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7620000"/>
            <a:ext cx="8915400" cy="959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560"/>
              </a:lnSpc>
            </a:pPr>
            <a:r>
              <a:rPr sz="6300" b="0">
                <a:solidFill>
                  <a:srgbClr val="22371F"/>
                </a:solidFill>
                <a:latin typeface="Fredoka"/>
              </a:rPr>
              <a:t>18 to 29 January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750808"/>
            <a:ext cx="891540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400" b="1">
                <a:solidFill>
                  <a:srgbClr val="156826"/>
                </a:solidFill>
                <a:latin typeface="Montserrat"/>
              </a:rPr>
              <a:t>Accelerator Workshop at Armonía Agricultura Orgánica, near San José, Costa 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870948"/>
            <a:ext cx="8915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550" b="1">
                <a:solidFill>
                  <a:srgbClr val="4F3433"/>
                </a:solidFill>
                <a:latin typeface="Montserrat"/>
              </a:rPr>
              <a:t>Register, link in bio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