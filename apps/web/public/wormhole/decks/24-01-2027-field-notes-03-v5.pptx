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Trial name, place and season.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The question they tested.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The method in 3 lines.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The result, one big number.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What surprised them, including what didn't work.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32000"/>
            <a:ext cx="7620000" cy="16933"/>
          </a:xfrm>
          <a:prstGeom prst="rect">
            <a:avLst/>
          </a:prstGeom>
        </p:spPr>
      </p:pic>
      <p:pic>
        <p:nvPicPr>
          <p:cNvPr id="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3867"/>
            <a:ext cx="7620000" cy="16933"/>
          </a:xfrm>
          <a:prstGeom prst="rect">
            <a:avLst/>
          </a:prstGeom>
        </p:spPr>
      </p:pic>
      <p:pic>
        <p:nvPicPr>
          <p:cNvPr id="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5733"/>
            <a:ext cx="7620000" cy="16933"/>
          </a:xfrm>
          <a:prstGeom prst="rect">
            <a:avLst/>
          </a:prstGeom>
        </p:spPr>
      </p:pic>
      <p:pic>
        <p:nvPicPr>
          <p:cNvPr id="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7600"/>
            <a:ext cx="7620000" cy="16933"/>
          </a:xfrm>
          <a:prstGeom prst="rect">
            <a:avLst/>
          </a:prstGeom>
        </p:spPr>
      </p:pic>
      <p:pic>
        <p:nvPicPr>
          <p:cNvPr id="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99467"/>
            <a:ext cx="7620000" cy="16933"/>
          </a:xfrm>
          <a:prstGeom prst="rect">
            <a:avLst/>
          </a:prstGeom>
        </p:spPr>
      </p:pic>
      <p:pic>
        <p:nvPicPr>
          <p:cNvPr id="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41333"/>
            <a:ext cx="7620000" cy="16933"/>
          </a:xfrm>
          <a:prstGeom prst="rect">
            <a:avLst/>
          </a:prstGeom>
        </p:spPr>
      </p:pic>
      <p:pic>
        <p:nvPicPr>
          <p:cNvPr id="9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83200"/>
            <a:ext cx="7620000" cy="16933"/>
          </a:xfrm>
          <a:prstGeom prst="rect">
            <a:avLst/>
          </a:prstGeom>
        </p:spPr>
      </p:pic>
      <p:pic>
        <p:nvPicPr>
          <p:cNvPr id="10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825067"/>
            <a:ext cx="7620000" cy="16933"/>
          </a:xfrm>
          <a:prstGeom prst="rect">
            <a:avLst/>
          </a:prstGeom>
        </p:spPr>
      </p:pic>
      <p:pic>
        <p:nvPicPr>
          <p:cNvPr id="11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66933"/>
            <a:ext cx="7620000" cy="16933"/>
          </a:xfrm>
          <a:prstGeom prst="rect">
            <a:avLst/>
          </a:prstGeom>
        </p:spPr>
      </p:pic>
      <p:pic>
        <p:nvPicPr>
          <p:cNvPr id="12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08800"/>
            <a:ext cx="7620000" cy="16933"/>
          </a:xfrm>
          <a:prstGeom prst="rect">
            <a:avLst/>
          </a:prstGeom>
        </p:spPr>
      </p:pic>
      <p:pic>
        <p:nvPicPr>
          <p:cNvPr id="13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450667"/>
            <a:ext cx="7620000" cy="16933"/>
          </a:xfrm>
          <a:prstGeom prst="rect">
            <a:avLst/>
          </a:prstGeom>
        </p:spPr>
      </p:pic>
      <p:pic>
        <p:nvPicPr>
          <p:cNvPr id="14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992533"/>
            <a:ext cx="7620000" cy="16933"/>
          </a:xfrm>
          <a:prstGeom prst="rect">
            <a:avLst/>
          </a:prstGeom>
        </p:spPr>
      </p:pic>
      <p:pic>
        <p:nvPicPr>
          <p:cNvPr id="15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534400"/>
            <a:ext cx="7620000" cy="16933"/>
          </a:xfrm>
          <a:prstGeom prst="rect">
            <a:avLst/>
          </a:prstGeom>
        </p:spPr>
      </p:pic>
      <p:pic>
        <p:nvPicPr>
          <p:cNvPr id="16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076267"/>
            <a:ext cx="7620000" cy="16933"/>
          </a:xfrm>
          <a:prstGeom prst="rect">
            <a:avLst/>
          </a:prstGeom>
        </p:spPr>
      </p:pic>
      <p:pic>
        <p:nvPicPr>
          <p:cNvPr id="17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618133"/>
            <a:ext cx="7620000" cy="16933"/>
          </a:xfrm>
          <a:prstGeom prst="rect">
            <a:avLst/>
          </a:prstGeom>
        </p:spPr>
      </p:pic>
      <p:pic>
        <p:nvPicPr>
          <p:cNvPr id="18" name="rule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60000"/>
            <a:ext cx="7620000" cy="16933"/>
          </a:xfrm>
          <a:prstGeom prst="rect">
            <a:avLst/>
          </a:prstGeom>
        </p:spPr>
      </p:pic>
      <p:pic>
        <p:nvPicPr>
          <p:cNvPr id="19" name="margin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0"/>
            <a:ext cx="25400" cy="11430000"/>
          </a:xfrm>
          <a:prstGeom prst="rect">
            <a:avLst/>
          </a:prstGeom>
        </p:spPr>
      </p:pic>
      <p:pic>
        <p:nvPicPr>
          <p:cNvPr id="20" name="photo-placehold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667" y="5249333"/>
            <a:ext cx="6688667" cy="4402667"/>
          </a:xfrm>
          <a:prstGeom prst="rect">
            <a:avLst/>
          </a:prstGeom>
        </p:spPr>
      </p:pic>
      <p:pic>
        <p:nvPicPr>
          <p:cNvPr id="2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22" name="label"/>
          <p:cNvSpPr txBox="1"/>
          <p:nvPr/>
        </p:nvSpPr>
        <p:spPr>
          <a:xfrm>
            <a:off x="1608667" y="1016000"/>
            <a:ext cx="592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FIELD NOTES No. 03</a:t>
            </a:r>
          </a:p>
        </p:txBody>
      </p:sp>
      <p:sp>
        <p:nvSpPr>
          <p:cNvPr id="23" name="heading"/>
          <p:cNvSpPr txBox="1"/>
          <p:nvPr/>
        </p:nvSpPr>
        <p:spPr>
          <a:xfrm>
            <a:off x="1608667" y="2116667"/>
            <a:ext cx="6773333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Who ran it.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2032000" y="7112000"/>
            <a:ext cx="5842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70" i="0" b="0">
                <a:solidFill>
                  <a:srgbClr val="4F3433"/>
                </a:solidFill>
                <a:latin typeface="Pathway Gothic One"/>
              </a:rPr>
              <a:t>PHOTO: the graduate's own trial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