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Antonio Jordán, CC BY-SA 3.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19304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16764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Save Soil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Antonio Jordán, CC BY-SA 3.0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Healthy soil cools the land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Soil's report "The Soil Carbon Sponge".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consciousplanet.org/save-soil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Water carries heat away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Water in soil evaporates through plants and cools the land.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Bare soil heats the air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Degraded soil can't hold that water, so the sun heats the air instead.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Cover the ground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Cover crops and mulch keep the ground from baking.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Fungi hold the pores open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Fungal threads and bacterial glues keep the sponge's pores open.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Save Soil (Isha Foundation).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