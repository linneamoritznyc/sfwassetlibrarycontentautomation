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Brian Daubenspeck (d11).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Brian Daubenspeck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Brian Daubenspeck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0" b="0" i="1">
                <a:solidFill>
                  <a:srgbClr val="22371F"/>
                </a:solidFill>
                <a:latin typeface="EB Garamond"/>
              </a:rPr>
              <a:t>Brian Daubenspeck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