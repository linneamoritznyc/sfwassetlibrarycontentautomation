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Casey Williams (p02).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Casey Williams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Casey Williams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Casey Williams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