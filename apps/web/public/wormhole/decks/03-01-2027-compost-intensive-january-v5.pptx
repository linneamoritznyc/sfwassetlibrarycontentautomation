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33" y="3945467"/>
            <a:ext cx="7687733" cy="5317067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5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COMPOST INTENSIVE COURSE</a:t>
            </a:r>
          </a:p>
        </p:txBody>
      </p:sp>
      <p:sp>
        <p:nvSpPr>
          <p:cNvPr id="6" name="heading"/>
          <p:cNvSpPr txBox="1"/>
          <p:nvPr/>
        </p:nvSpPr>
        <p:spPr>
          <a:xfrm>
            <a:off x="762000" y="1185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200" i="0" b="1">
                <a:solidFill>
                  <a:srgbClr val="4F3433"/>
                </a:solidFill>
                <a:latin typeface="Montserrat"/>
              </a:rPr>
              <a:t>The January cohort starts this month.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762000" y="9567333"/>
            <a:ext cx="7450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70" i="0" b="0">
                <a:solidFill>
                  <a:srgbClr val="4F3433"/>
                </a:solidFill>
                <a:latin typeface="Source Sans 3"/>
              </a:rPr>
              <a:t>Link in bio.</a:t>
            </a:r>
          </a:p>
        </p:txBody>
      </p:sp>
      <p:sp>
        <p:nvSpPr>
          <p:cNvPr id="8" name="credit"/>
          <p:cNvSpPr txBox="1"/>
          <p:nvPr/>
        </p:nvSpPr>
        <p:spPr>
          <a:xfrm>
            <a:off x="762000" y="10803467"/>
            <a:ext cx="5418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70" i="0" b="0">
                <a:solidFill>
                  <a:srgbClr val="333130"/>
                </a:solidFill>
                <a:latin typeface="Source Sans 3"/>
              </a:rPr>
              <a:t>Photo: Soil Food Web Foundation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