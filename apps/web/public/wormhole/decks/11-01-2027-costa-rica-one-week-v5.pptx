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62000"/>
            <a:ext cx="7620000" cy="4402667"/>
          </a:xfrm>
          <a:prstGeom prst="rect">
            <a:avLst/>
          </a:prstGeom>
        </p:spPr>
      </p:pic>
      <p:pic>
        <p:nvPicPr>
          <p:cNvPr id="4" name="photo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34000"/>
            <a:ext cx="3725333" cy="3386667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667" y="5334000"/>
            <a:ext cx="3725333" cy="33866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017000"/>
            <a:ext cx="7620000" cy="84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930" i="0" b="1">
                <a:solidFill>
                  <a:srgbClr val="4F3433"/>
                </a:solidFill>
                <a:latin typeface="Montserrat"/>
              </a:rPr>
              <a:t>One week to go.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9821333"/>
            <a:ext cx="6434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Accelerator Workshop, Costa Rica, 18 to 29 January at Armonía.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62000" y="10922000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 (Costa Rica,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