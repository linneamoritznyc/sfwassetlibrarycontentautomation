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7" r:id="rId10"/>
  </p:sldIdLst>
  <p:sldSz cx="10287000" cy="1285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theme" Target="theme/theme2.xml"/><Relationship Id="rId9" Type="http://schemas.openxmlformats.org/officeDocument/2006/relationships/notesSlide" Target="notesSlides/notesSlide1.xml"/><Relationship Id="rId10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Staff profile image: Casey Williams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Nick Padwick (p03). Linnea's flower-frame design, from her Tommy Tepper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jpeg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pn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openxmlformats.org/officeDocument/2006/relationships/image" Target="../media/image19.jpg"/><Relationship Id="rId21" Type="http://schemas.openxmlformats.org/officeDocument/2006/relationships/image" Target="../media/image20.png"/><Relationship Id="rId22" Type="http://schemas.openxmlformats.org/officeDocument/2006/relationships/notesSlide" Target="../notesSlides/notesSlide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95750" y="266700"/>
            <a:ext cx="2095500" cy="1816103"/>
            <a:chOff x="0" y="0"/>
            <a:chExt cx="2794000" cy="2421471"/>
          </a:xfrm>
        </p:grpSpPr>
        <p:sp>
          <p:nvSpPr>
            <p:cNvPr name="Freeform 3" id="3" descr="sfwlogo-240.png"/>
            <p:cNvSpPr/>
            <p:nvPr/>
          </p:nvSpPr>
          <p:spPr>
            <a:xfrm flipH="false" flipV="false" rot="0">
              <a:off x="0" y="0"/>
              <a:ext cx="2794000" cy="2421509"/>
            </a:xfrm>
            <a:custGeom>
              <a:avLst/>
              <a:gdLst/>
              <a:ahLst/>
              <a:cxnLst/>
              <a:rect r="r" b="b" t="t" l="l"/>
              <a:pathLst>
                <a:path h="2421509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421509"/>
                  </a:lnTo>
                  <a:lnTo>
                    <a:pt x="0" y="242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9390" y="3952875"/>
            <a:ext cx="1648558" cy="2476500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105317" y="2799525"/>
            <a:ext cx="1890408" cy="2476500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09254" y="2562225"/>
            <a:ext cx="1141266" cy="2476500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66440" y="2759383"/>
            <a:ext cx="2133600" cy="1605934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0689" y="2651062"/>
            <a:ext cx="2250015" cy="2773425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245731" y="2583085"/>
            <a:ext cx="2028825" cy="2263330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145542" y="4365317"/>
            <a:ext cx="1000316" cy="2476500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095696" y="2562225"/>
            <a:ext cx="1447438" cy="2476500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5688" y="5603567"/>
            <a:ext cx="1278293" cy="2476500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08157" y="3757612"/>
            <a:ext cx="778145" cy="2476500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955051" y="3690938"/>
            <a:ext cx="1000316" cy="2476500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58904" y="8543100"/>
            <a:ext cx="2250015" cy="2773425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9390" y="6176962"/>
            <a:ext cx="1577588" cy="2476500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935725" y="5862638"/>
            <a:ext cx="1648558" cy="2476500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828875" y="9031336"/>
            <a:ext cx="1278293" cy="2476500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749800" y="8422433"/>
            <a:ext cx="1141266" cy="2476500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872542" y="9345054"/>
            <a:ext cx="2028825" cy="2263330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518468" y="9929812"/>
            <a:ext cx="1454525" cy="1619250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68022" y="8775637"/>
            <a:ext cx="2250015" cy="2773425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814815" y="9352725"/>
            <a:ext cx="1331043" cy="1619250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12109" y="10510752"/>
            <a:ext cx="2124075" cy="1038311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05688" y="8396288"/>
            <a:ext cx="1278293" cy="2476500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930182" y="8262938"/>
            <a:ext cx="1431036" cy="2476500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63772" y="3037703"/>
            <a:ext cx="1724025" cy="1354093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729080" y="2247900"/>
            <a:ext cx="1890408" cy="2476500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644834" y="3676650"/>
            <a:ext cx="6991350" cy="7115175"/>
            <a:chOff x="0" y="0"/>
            <a:chExt cx="9321800" cy="9486900"/>
          </a:xfrm>
        </p:grpSpPr>
        <p:sp>
          <p:nvSpPr>
            <p:cNvPr name="Freeform 55" id="55" descr="fr-photo-casey.jpg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4" id="4"/>
          <p:cNvGrpSpPr/>
          <p:nvPr/>
        </p:nvGrpSpPr>
        <p:grpSpPr>
          <a:xfrm rot="0">
            <a:off x="724986" y="2329877"/>
            <a:ext cx="1736577" cy="2608725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00495" y="1114948"/>
            <a:ext cx="1991340" cy="2608725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93964" y="864978"/>
            <a:ext cx="1202200" cy="2608725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912934" y="1072662"/>
            <a:ext cx="2247517" cy="1691678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2246" y="958558"/>
            <a:ext cx="2370147" cy="2921503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155189" y="886952"/>
            <a:ext cx="2137148" cy="2384173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63218" y="2764340"/>
            <a:ext cx="1053725" cy="2608725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157319" y="864978"/>
            <a:ext cx="1524719" cy="2608725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42155" y="4068703"/>
            <a:ext cx="1346543" cy="2608725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66112" y="2124189"/>
            <a:ext cx="819692" cy="2608725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062557" y="2053955"/>
            <a:ext cx="1053725" cy="2608725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98212" y="7165183"/>
            <a:ext cx="2370147" cy="2921503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24986" y="4672712"/>
            <a:ext cx="1661818" cy="2608725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042199" y="4341606"/>
            <a:ext cx="1736577" cy="2608725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769468" y="7679486"/>
            <a:ext cx="1346543" cy="2608725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525996" y="7038073"/>
            <a:ext cx="1202200" cy="2608725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655291" y="8009954"/>
            <a:ext cx="2137148" cy="2384173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389096" y="8625934"/>
            <a:ext cx="1532185" cy="1705705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42741" y="7410135"/>
            <a:ext cx="2370147" cy="2921503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914833" y="8018035"/>
            <a:ext cx="1402110" cy="1705705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42573" y="9237891"/>
            <a:ext cx="2237483" cy="1093748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42155" y="7010532"/>
            <a:ext cx="1346543" cy="2608725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036360" y="6870062"/>
            <a:ext cx="1507442" cy="2608725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87322" y="1365842"/>
            <a:ext cx="1816074" cy="1426390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824521" y="533870"/>
            <a:ext cx="1991340" cy="2608725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15426" y="2038904"/>
            <a:ext cx="7364631" cy="7495067"/>
            <a:chOff x="0" y="0"/>
            <a:chExt cx="9321800" cy="9486900"/>
          </a:xfrm>
        </p:grpSpPr>
        <p:sp>
          <p:nvSpPr>
            <p:cNvPr name="Freeform 55" id="55" descr="Photo: Nick Padwick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id="56" name="Nick Padwick"/>
          <p:cNvSpPr txBox="1"/>
          <p:nvPr/>
        </p:nvSpPr>
        <p:spPr>
          <a:xfrm>
            <a:off x="381000" y="10648950"/>
            <a:ext cx="72390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800" b="0" i="1">
                <a:solidFill>
                  <a:srgbClr val="22371F"/>
                </a:solidFill>
                <a:latin typeface="EB Garamond"/>
              </a:rPr>
              <a:t>Nick Padwick</a:t>
            </a:r>
          </a:p>
        </p:txBody>
      </p:sp>
      <p:sp>
        <p:nvSpPr>
          <p:cNvPr id="57" name="Soil Food Web Mentor"/>
          <p:cNvSpPr txBox="1"/>
          <p:nvPr/>
        </p:nvSpPr>
        <p:spPr>
          <a:xfrm>
            <a:off x="381000" y="11906250"/>
            <a:ext cx="7239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56826"/>
                </a:solidFill>
                <a:latin typeface="Montserrat"/>
              </a:rPr>
              <a:t>Soil Food Web Mentor</a:t>
            </a:r>
          </a:p>
        </p:txBody>
      </p:sp>
      <p:pic>
        <p:nvPicPr>
          <p:cNvPr id="58" name="logo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67650" y="10591800"/>
            <a:ext cx="1924050" cy="16675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DAHYAOpPRKE</dc:identifier>
  <dcterms:modified xsi:type="dcterms:W3CDTF">2011-08-01T06:04:30Z</dcterms:modified>
  <cp:revision>1</cp:revision>
  <dc:title>Mentor-Profile-Images-NoText (1).pptx</dc:title>
</cp:coreProperties>
</file>