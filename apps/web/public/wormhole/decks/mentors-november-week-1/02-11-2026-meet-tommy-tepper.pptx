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Tommy Tepper (d13).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Tommy Tepper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Tommy Tepper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Tommy Tepper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