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Dora Tkalec (p09).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Dora Tkalec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ora Tkalec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Dora Tkalec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