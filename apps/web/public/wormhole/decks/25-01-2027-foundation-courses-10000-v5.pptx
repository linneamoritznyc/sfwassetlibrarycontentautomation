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267" y="5266267"/>
            <a:ext cx="4707467" cy="4707467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FOUNDATION COURSES</a:t>
            </a:r>
          </a:p>
        </p:txBody>
      </p:sp>
      <p:sp>
        <p:nvSpPr>
          <p:cNvPr id="6" name="number"/>
          <p:cNvSpPr txBox="1"/>
          <p:nvPr/>
        </p:nvSpPr>
        <p:spPr>
          <a:xfrm>
            <a:off x="762000" y="1270000"/>
            <a:ext cx="7620000" cy="20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669" i="0" b="1">
                <a:solidFill>
                  <a:srgbClr val="4F3433"/>
                </a:solidFill>
                <a:latin typeface="Montserrat"/>
              </a:rPr>
              <a:t>10,000+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62000" y="3556000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i="0" b="0">
                <a:solidFill>
                  <a:srgbClr val="333130"/>
                </a:solidFill>
                <a:latin typeface="Source Sans 3"/>
              </a:rPr>
              <a:t>people in more than 100 countries started here.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62000" y="10803467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333130"/>
                </a:solidFill>
                <a:latin typeface="Source Sans 3"/>
              </a:rPr>
              <a:t>Micrograph: Talbot Armstrong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4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FOUNDATION COURSES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355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i="0" b="1">
                <a:solidFill>
                  <a:srgbClr val="4F3433"/>
                </a:solidFill>
                <a:latin typeface="Montserrat"/>
              </a:rPr>
              <a:t>Start any time, at your own pace.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762000" y="6434667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i="0" b="0">
                <a:solidFill>
                  <a:srgbClr val="156826"/>
                </a:solidFill>
                <a:latin typeface="Source Sans 3"/>
              </a:rPr>
              <a:t>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