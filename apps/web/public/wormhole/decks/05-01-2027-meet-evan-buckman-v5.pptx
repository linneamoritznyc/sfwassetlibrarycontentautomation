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round 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133" y="1913467"/>
            <a:ext cx="5655733" cy="56557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MEET THE TEAM</a:t>
            </a:r>
          </a:p>
        </p:txBody>
      </p:sp>
      <p:sp>
        <p:nvSpPr>
          <p:cNvPr id="6" name="name"/>
          <p:cNvSpPr txBox="1"/>
          <p:nvPr/>
        </p:nvSpPr>
        <p:spPr>
          <a:xfrm>
            <a:off x="762000" y="7874000"/>
            <a:ext cx="76200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Evan Buckman</a:t>
            </a:r>
          </a:p>
        </p:txBody>
      </p:sp>
      <p:sp>
        <p:nvSpPr>
          <p:cNvPr id="7" name="role"/>
          <p:cNvSpPr txBox="1"/>
          <p:nvPr/>
        </p:nvSpPr>
        <p:spPr>
          <a:xfrm>
            <a:off x="762000" y="8847667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930" i="0" b="0">
                <a:solidFill>
                  <a:srgbClr val="156826"/>
                </a:solidFill>
                <a:latin typeface="Pathway Gothic One"/>
              </a:rPr>
              <a:t>EXECUTIVE DIRECTOR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62000" y="10803467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333130"/>
                </a:solidFill>
                <a:latin typeface="Source Sans 3"/>
              </a:rPr>
              <a:t>Photo: Soil Food Web Foundation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