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label"/>
          <p:cNvSpPr txBox="1"/>
          <p:nvPr/>
        </p:nvSpPr>
        <p:spPr>
          <a:xfrm>
            <a:off x="762000" y="2540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COMPOST INTENSIVE COURSE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048000"/>
            <a:ext cx="76200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670" i="0" b="1">
                <a:solidFill>
                  <a:srgbClr val="F4F1EA"/>
                </a:solidFill>
                <a:latin typeface="Montserrat"/>
              </a:rPr>
              <a:t>Last call.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5926667"/>
            <a:ext cx="6942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70" i="0" b="0">
                <a:solidFill>
                  <a:srgbClr val="E3DDCC"/>
                </a:solidFill>
                <a:latin typeface="Source Sans 3"/>
              </a:rPr>
              <a:t>The January cohort starts the week of 18 January.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