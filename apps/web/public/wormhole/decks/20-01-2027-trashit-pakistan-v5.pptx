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31333"/>
            <a:ext cx="7620000" cy="9144000"/>
          </a:xfrm>
          <a:prstGeom prst="rect">
            <a:avLst/>
          </a:prstGeom>
        </p:spPr>
      </p:pic>
      <p:pic>
        <p:nvPicPr>
          <p:cNvPr id="4" name="photo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1185333"/>
            <a:ext cx="7112000" cy="4741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6265333"/>
            <a:ext cx="84667" cy="18626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33" y="9770533"/>
            <a:ext cx="1236133" cy="1236133"/>
          </a:xfrm>
          <a:prstGeom prst="rect">
            <a:avLst/>
          </a:prstGeom>
        </p:spPr>
      </p:pic>
      <p:sp>
        <p:nvSpPr>
          <p:cNvPr id="7" name="label"/>
          <p:cNvSpPr txBox="1"/>
          <p:nvPr/>
        </p:nvSpPr>
        <p:spPr>
          <a:xfrm>
            <a:off x="1354667" y="6265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SOIL REGENERATORS IN THE WILD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1354667" y="6731000"/>
            <a:ext cx="6604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i="0" b="1">
                <a:solidFill>
                  <a:srgbClr val="4F3433"/>
                </a:solidFill>
                <a:latin typeface="Montserrat"/>
              </a:rPr>
              <a:t>TrashIt, Pakistan</a:t>
            </a:r>
          </a:p>
        </p:txBody>
      </p:sp>
      <p:sp>
        <p:nvSpPr>
          <p:cNvPr id="9" name="body"/>
          <p:cNvSpPr txBox="1"/>
          <p:nvPr/>
        </p:nvSpPr>
        <p:spPr>
          <a:xfrm>
            <a:off x="1354667" y="7620000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30" i="0" b="0">
                <a:solidFill>
                  <a:srgbClr val="333130"/>
                </a:solidFill>
                <a:latin typeface="Source Sans 3"/>
              </a:rPr>
              <a:t>Soil Health Week 2025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762000" y="10414000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