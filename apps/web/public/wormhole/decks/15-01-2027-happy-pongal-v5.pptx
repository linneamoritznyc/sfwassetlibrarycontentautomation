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4533" y="9982200"/>
            <a:ext cx="1185333" cy="1024467"/>
          </a:xfrm>
          <a:prstGeom prst="rect">
            <a:avLst/>
          </a:prstGeom>
        </p:spPr>
      </p:pic>
      <p:sp>
        <p:nvSpPr>
          <p:cNvPr id="4" name="label"/>
          <p:cNvSpPr txBox="1"/>
          <p:nvPr/>
        </p:nvSpPr>
        <p:spPr>
          <a:xfrm>
            <a:off x="762000" y="3048000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70" i="0" b="0">
                <a:solidFill>
                  <a:srgbClr val="4F3433"/>
                </a:solidFill>
                <a:latin typeface="Pathway Gothic One"/>
              </a:rPr>
              <a:t>15 JANUARY</a:t>
            </a:r>
          </a:p>
        </p:txBody>
      </p:sp>
      <p:sp>
        <p:nvSpPr>
          <p:cNvPr id="5" name="heading"/>
          <p:cNvSpPr txBox="1"/>
          <p:nvPr/>
        </p:nvSpPr>
        <p:spPr>
          <a:xfrm>
            <a:off x="762000" y="3556000"/>
            <a:ext cx="7620000" cy="169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130" i="0" b="1">
                <a:solidFill>
                  <a:srgbClr val="4F3433"/>
                </a:solidFill>
                <a:latin typeface="Montserrat"/>
              </a:rPr>
              <a:t>Happy Pongal</a:t>
            </a:r>
          </a:p>
        </p:txBody>
      </p:sp>
      <p:sp>
        <p:nvSpPr>
          <p:cNvPr id="6" name="body"/>
          <p:cNvSpPr txBox="1"/>
          <p:nvPr/>
        </p:nvSpPr>
        <p:spPr>
          <a:xfrm>
            <a:off x="762000" y="5418667"/>
            <a:ext cx="6942667" cy="2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i="0" b="0">
                <a:solidFill>
                  <a:srgbClr val="4F3433"/>
                </a:solidFill>
                <a:latin typeface="Source Sans 3"/>
              </a:rPr>
              <a:t>to every farmer in Tamil Nadu, and to the soil that feeds the harvest.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