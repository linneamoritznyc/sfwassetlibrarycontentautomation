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28000"/>
            <a:ext cx="9144000" cy="3302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533" y="10202333"/>
            <a:ext cx="931333" cy="804333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8466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COSTA RICA, JANUARY 2027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8932333"/>
            <a:ext cx="6434667" cy="143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70" i="0" b="1">
                <a:solidFill>
                  <a:srgbClr val="4F3433"/>
                </a:solidFill>
                <a:latin typeface="Montserrat"/>
              </a:rPr>
              <a:t>Thank you, Costa Rica, and thank you, Armonía.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37333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 (Costa Rica, 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