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" y="6993467"/>
            <a:ext cx="3623733" cy="36237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step"/>
          <p:cNvSpPr txBox="1"/>
          <p:nvPr/>
        </p:nvSpPr>
        <p:spPr>
          <a:xfrm>
            <a:off x="762000" y="592667"/>
            <a:ext cx="3386667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156826"/>
                </a:solidFill>
                <a:latin typeface="Montserrat"/>
              </a:rPr>
              <a:t>1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62000" y="3979333"/>
            <a:ext cx="7450667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Reach into the pile and squeeze a handful tight.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4572000" y="10160000"/>
            <a:ext cx="2540000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30" i="0" b="0">
                <a:solidFill>
                  <a:srgbClr val="333130"/>
                </a:solidFill>
                <a:latin typeface="Source Sans 3"/>
              </a:rPr>
              <a:t>Photo: Soil Food Web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4" name="step"/>
          <p:cNvSpPr txBox="1"/>
          <p:nvPr/>
        </p:nvSpPr>
        <p:spPr>
          <a:xfrm>
            <a:off x="762000" y="592667"/>
            <a:ext cx="3386667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156826"/>
                </a:solidFill>
                <a:latin typeface="Montserrat"/>
              </a:rPr>
              <a:t>2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62000" y="3979333"/>
            <a:ext cx="7450667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A wet sheen and no drips: right where you want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4" name="step"/>
          <p:cNvSpPr txBox="1"/>
          <p:nvPr/>
        </p:nvSpPr>
        <p:spPr>
          <a:xfrm>
            <a:off x="762000" y="592667"/>
            <a:ext cx="3386667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156826"/>
                </a:solidFill>
                <a:latin typeface="Montserrat"/>
              </a:rPr>
              <a:t>3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62000" y="3979333"/>
            <a:ext cx="7450667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Drips mean too wet. Dry and dusty means too dry.</a:t>
            </a:r>
          </a:p>
        </p:txBody>
      </p:sp>
      <p:sp>
        <p:nvSpPr>
          <p:cNvPr id="6" name="credit"/>
          <p:cNvSpPr txBox="1"/>
          <p:nvPr/>
        </p:nvSpPr>
        <p:spPr>
          <a:xfrm>
            <a:off x="762000" y="10803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Source: LSU AgCenter, Compost Moisture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