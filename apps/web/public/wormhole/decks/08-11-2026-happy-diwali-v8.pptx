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jp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Garland stri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94667"/>
          </a:xfrm>
          <a:prstGeom prst="rect">
            <a:avLst/>
          </a:prstGeom>
        </p:spPr>
      </p:pic>
      <p:pic>
        <p:nvPicPr>
          <p:cNvPr id="4" name="Marigold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03200" cy="889000"/>
          </a:xfrm>
          <a:prstGeom prst="rect">
            <a:avLst/>
          </a:prstGeom>
        </p:spPr>
      </p:pic>
      <p:pic>
        <p:nvPicPr>
          <p:cNvPr id="5" name="Marigold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56733"/>
            <a:ext cx="728133" cy="778933"/>
          </a:xfrm>
          <a:prstGeom prst="rect">
            <a:avLst/>
          </a:prstGeom>
        </p:spPr>
      </p:pic>
      <p:pic>
        <p:nvPicPr>
          <p:cNvPr id="6" name="Marigold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33" y="1549400"/>
            <a:ext cx="1083733" cy="922867"/>
          </a:xfrm>
          <a:prstGeom prst="rect">
            <a:avLst/>
          </a:prstGeom>
        </p:spPr>
      </p:pic>
      <p:pic>
        <p:nvPicPr>
          <p:cNvPr id="7" name="Marigold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867" y="2015067"/>
            <a:ext cx="914400" cy="778933"/>
          </a:xfrm>
          <a:prstGeom prst="rect">
            <a:avLst/>
          </a:prstGeom>
        </p:spPr>
      </p:pic>
      <p:pic>
        <p:nvPicPr>
          <p:cNvPr id="8" name="Marigold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800" y="2082800"/>
            <a:ext cx="1083733" cy="922867"/>
          </a:xfrm>
          <a:prstGeom prst="rect">
            <a:avLst/>
          </a:prstGeom>
        </p:spPr>
      </p:pic>
      <p:pic>
        <p:nvPicPr>
          <p:cNvPr id="9" name="Marigold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9067" y="2015067"/>
            <a:ext cx="914400" cy="778933"/>
          </a:xfrm>
          <a:prstGeom prst="rect">
            <a:avLst/>
          </a:prstGeom>
        </p:spPr>
      </p:pic>
      <p:pic>
        <p:nvPicPr>
          <p:cNvPr id="10" name="Marigold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467" y="1549400"/>
            <a:ext cx="1083733" cy="922867"/>
          </a:xfrm>
          <a:prstGeom prst="rect">
            <a:avLst/>
          </a:prstGeom>
        </p:spPr>
      </p:pic>
      <p:pic>
        <p:nvPicPr>
          <p:cNvPr id="11" name="Marigold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956733"/>
            <a:ext cx="914400" cy="778933"/>
          </a:xfrm>
          <a:prstGeom prst="rect">
            <a:avLst/>
          </a:prstGeom>
        </p:spPr>
      </p:pic>
      <p:pic>
        <p:nvPicPr>
          <p:cNvPr id="12" name="Marigold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0133" y="0"/>
            <a:ext cx="1083733" cy="889000"/>
          </a:xfrm>
          <a:prstGeom prst="rect">
            <a:avLst/>
          </a:prstGeom>
        </p:spPr>
      </p:pic>
      <p:pic>
        <p:nvPicPr>
          <p:cNvPr id="13" name="Marigold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956733"/>
            <a:ext cx="914400" cy="778933"/>
          </a:xfrm>
          <a:prstGeom prst="rect">
            <a:avLst/>
          </a:prstGeom>
        </p:spPr>
      </p:pic>
      <p:pic>
        <p:nvPicPr>
          <p:cNvPr id="14" name="Marigold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549400"/>
            <a:ext cx="1083733" cy="922867"/>
          </a:xfrm>
          <a:prstGeom prst="rect">
            <a:avLst/>
          </a:prstGeom>
        </p:spPr>
      </p:pic>
      <p:pic>
        <p:nvPicPr>
          <p:cNvPr id="15" name="Marigold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0533" y="2015067"/>
            <a:ext cx="914400" cy="778933"/>
          </a:xfrm>
          <a:prstGeom prst="rect">
            <a:avLst/>
          </a:prstGeom>
        </p:spPr>
      </p:pic>
      <p:pic>
        <p:nvPicPr>
          <p:cNvPr id="16" name="Marigold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467" y="2082800"/>
            <a:ext cx="1083733" cy="922867"/>
          </a:xfrm>
          <a:prstGeom prst="rect">
            <a:avLst/>
          </a:prstGeom>
        </p:spPr>
      </p:pic>
      <p:pic>
        <p:nvPicPr>
          <p:cNvPr id="17" name="Marigold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9733" y="2015067"/>
            <a:ext cx="914400" cy="778933"/>
          </a:xfrm>
          <a:prstGeom prst="rect">
            <a:avLst/>
          </a:prstGeom>
        </p:spPr>
      </p:pic>
      <p:pic>
        <p:nvPicPr>
          <p:cNvPr id="18" name="Marigold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133" y="1549400"/>
            <a:ext cx="1083733" cy="922867"/>
          </a:xfrm>
          <a:prstGeom prst="rect">
            <a:avLst/>
          </a:prstGeom>
        </p:spPr>
      </p:pic>
      <p:pic>
        <p:nvPicPr>
          <p:cNvPr id="19" name="Marigold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5867" y="956733"/>
            <a:ext cx="728133" cy="778933"/>
          </a:xfrm>
          <a:prstGeom prst="rect">
            <a:avLst/>
          </a:prstGeom>
        </p:spPr>
      </p:pic>
      <p:pic>
        <p:nvPicPr>
          <p:cNvPr id="20" name="Marigold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0800" y="0"/>
            <a:ext cx="203200" cy="889000"/>
          </a:xfrm>
          <a:prstGeom prst="rect">
            <a:avLst/>
          </a:prstGeom>
        </p:spPr>
      </p:pic>
      <p:pic>
        <p:nvPicPr>
          <p:cNvPr id="21" name="Hanging marigold 40-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185333"/>
            <a:ext cx="778933" cy="753533"/>
          </a:xfrm>
          <a:prstGeom prst="rect">
            <a:avLst/>
          </a:prstGeom>
        </p:spPr>
      </p:pic>
      <p:pic>
        <p:nvPicPr>
          <p:cNvPr id="22" name="Hanging marigold 40-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2032000"/>
            <a:ext cx="778933" cy="753533"/>
          </a:xfrm>
          <a:prstGeom prst="rect">
            <a:avLst/>
          </a:prstGeom>
        </p:spPr>
      </p:pic>
      <p:pic>
        <p:nvPicPr>
          <p:cNvPr id="23" name="Hanging marigold 540-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1733" y="1185333"/>
            <a:ext cx="880533" cy="753533"/>
          </a:xfrm>
          <a:prstGeom prst="rect">
            <a:avLst/>
          </a:prstGeom>
        </p:spPr>
      </p:pic>
      <p:pic>
        <p:nvPicPr>
          <p:cNvPr id="24" name="Hanging marigold 540-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1733" y="2032000"/>
            <a:ext cx="880533" cy="753533"/>
          </a:xfrm>
          <a:prstGeom prst="rect">
            <a:avLst/>
          </a:prstGeom>
        </p:spPr>
      </p:pic>
      <p:pic>
        <p:nvPicPr>
          <p:cNvPr id="25" name="Hanging marigold 1040-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5067" y="1185333"/>
            <a:ext cx="778933" cy="753533"/>
          </a:xfrm>
          <a:prstGeom prst="rect">
            <a:avLst/>
          </a:prstGeom>
        </p:spPr>
      </p:pic>
      <p:pic>
        <p:nvPicPr>
          <p:cNvPr id="26" name="Hanging marigold 1040-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5067" y="2032000"/>
            <a:ext cx="778933" cy="753533"/>
          </a:xfrm>
          <a:prstGeom prst="rect">
            <a:avLst/>
          </a:prstGeom>
        </p:spPr>
      </p:pic>
      <p:pic>
        <p:nvPicPr>
          <p:cNvPr id="27" name="Cream box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386667"/>
            <a:ext cx="7924800" cy="4064000"/>
          </a:xfrm>
          <a:prstGeom prst="rect">
            <a:avLst/>
          </a:prstGeom>
        </p:spPr>
      </p:pic>
      <p:pic>
        <p:nvPicPr>
          <p:cNvPr id="28" name="SFW logo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2533" y="5808133"/>
            <a:ext cx="1270000" cy="1100667"/>
          </a:xfrm>
          <a:prstGeom prst="rect">
            <a:avLst/>
          </a:prstGeom>
        </p:spPr>
      </p:pic>
      <p:pic>
        <p:nvPicPr>
          <p:cNvPr id="29" name="Gloriosa Lily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7874000"/>
            <a:ext cx="2201333" cy="3556000"/>
          </a:xfrm>
          <a:prstGeom prst="rect">
            <a:avLst/>
          </a:prstGeom>
        </p:spPr>
      </p:pic>
      <p:pic>
        <p:nvPicPr>
          <p:cNvPr id="30" name="Jasmine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78000" y="8974667"/>
            <a:ext cx="2878667" cy="1625600"/>
          </a:xfrm>
          <a:prstGeom prst="rect">
            <a:avLst/>
          </a:prstGeom>
        </p:spPr>
      </p:pic>
      <p:pic>
        <p:nvPicPr>
          <p:cNvPr id="31" name="Marigold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33333" y="8466667"/>
            <a:ext cx="1947333" cy="1659467"/>
          </a:xfrm>
          <a:prstGeom prst="rect">
            <a:avLst/>
          </a:prstGeom>
        </p:spPr>
      </p:pic>
      <p:pic>
        <p:nvPicPr>
          <p:cNvPr id="32" name="Pink Lotus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57333" y="7874000"/>
            <a:ext cx="3386667" cy="3556000"/>
          </a:xfrm>
          <a:prstGeom prst="rect">
            <a:avLst/>
          </a:prstGeom>
        </p:spPr>
      </p:pic>
      <p:sp>
        <p:nvSpPr>
          <p:cNvPr id="33" name="Headline"/>
          <p:cNvSpPr txBox="1"/>
          <p:nvPr/>
        </p:nvSpPr>
        <p:spPr>
          <a:xfrm>
            <a:off x="1151467" y="3928533"/>
            <a:ext cx="6773333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4F3433"/>
                </a:solidFill>
                <a:latin typeface="Montserrat"/>
              </a:rPr>
              <a:t>Happy Diwali</a:t>
            </a:r>
          </a:p>
        </p:txBody>
      </p:sp>
      <p:sp>
        <p:nvSpPr>
          <p:cNvPr id="34" name="Details"/>
          <p:cNvSpPr txBox="1"/>
          <p:nvPr/>
        </p:nvSpPr>
        <p:spPr>
          <a:xfrm>
            <a:off x="1151467" y="5080000"/>
            <a:ext cx="5080000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To our students, mentors and partners in India, and to everyone celebrating.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