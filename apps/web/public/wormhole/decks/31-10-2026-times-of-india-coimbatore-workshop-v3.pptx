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: Soil Food Web Foundation, Coimbatore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35136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2596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The Times of India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Soil Food Web Foundation, Coimbatore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From 10 countries to one farm in Coimbatore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Our India Accelerator Workshop, in the news.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timesofindia.indiatimes.com/
articleshow/135370094.cms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46 participants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From seven Indian states, the Netherlands, Australia, Iran, the United States and Costa Rica.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10 days on a working farm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At Sadhguru's Save Soil Regenerative Revolution farm, in collaboration with Isha Outreach.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61 at the seminar first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two-day Life in the Soil Seminar ran on 16 and 17 October.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Times of India, 30 October 2026.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