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Some piles are built to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Costa Rica, 18 to 29 January 2027</a:t>
            </a:r>
          </a:p>
        </p:txBody>
      </p:sp>
      <p:pic>
        <p:nvPicPr>
          <p:cNvPr id="6" name="Picture 5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619500"/>
            <a:ext cx="2047875" cy="439102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891540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10500" b="0">
                <a:solidFill>
                  <a:srgbClr val="F4F1EA"/>
                </a:solidFill>
                <a:latin typeface="Fredoka"/>
              </a:rPr>
              <a:t>On purpose.</a:t>
            </a:r>
          </a:p>
        </p:txBody>
      </p:sp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953000"/>
            <a:ext cx="3381375" cy="7248525"/>
          </a:xfrm>
          <a:prstGeom prst="rect">
            <a:avLst/>
          </a:prstGeom>
        </p:spPr>
      </p:pic>
      <p:pic>
        <p:nvPicPr>
          <p:cNvPr id="4" name="Picture 3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8382000"/>
            <a:ext cx="2876550" cy="3238500"/>
          </a:xfrm>
          <a:prstGeom prst="rect">
            <a:avLst/>
          </a:prstGeom>
        </p:spPr>
      </p:pic>
      <p:pic>
        <p:nvPicPr>
          <p:cNvPr id="5" name="Picture 4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F4F1EA"/>
                </a:solidFill>
                <a:latin typeface="Fredoka"/>
              </a:rPr>
              <a:t>Students build several piles at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Some are designed to succeed. Some are designed to go wrong.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6-11-2026-costa-rica-built-to-fail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225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F4F1EA"/>
                </a:solidFill>
                <a:latin typeface="Fredoka"/>
              </a:rPr>
              <a:t>Then you diagnose them and turn them around.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627870"/>
            <a:ext cx="672465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With a mentor beside you.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619750"/>
            <a:ext cx="1781175" cy="200025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8915400" cy="215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500" b="0">
                <a:solidFill>
                  <a:srgbClr val="22371F"/>
                </a:solidFill>
                <a:latin typeface="Fredoka"/>
              </a:rPr>
              <a:t>“The most is learned from failed piles.”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67250"/>
            <a:ext cx="8915400" cy="575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156826"/>
                </a:solidFill>
                <a:latin typeface="Montserrat"/>
              </a:rPr>
              <a:t>Loida Vasquez, Director of Advanced Education</a:t>
            </a:r>
          </a:p>
        </p:txBody>
      </p:sp>
      <p:pic>
        <p:nvPicPr>
          <p:cNvPr id="4" name="Picture 3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667500"/>
            <a:ext cx="2486025" cy="5324475"/>
          </a:xfrm>
          <a:prstGeom prst="rect">
            <a:avLst/>
          </a:prstGeom>
        </p:spPr>
      </p:pic>
      <p:pic>
        <p:nvPicPr>
          <p:cNvPr id="5" name="Picture 4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8572500"/>
            <a:ext cx="3267075" cy="26670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6300" b="0">
                <a:solidFill>
                  <a:srgbClr val="22371F"/>
                </a:solidFill>
                <a:latin typeface="Fredoka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