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21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490133"/>
            <a:ext cx="7924800" cy="8466667"/>
          </a:xfrm>
          <a:prstGeom prst="rect">
            <a:avLst/>
          </a:prstGeom>
        </p:spPr>
      </p:pic>
      <p:pic>
        <p:nvPicPr>
          <p:cNvPr id="5" name="Article image: Figure 2, Lundgren et al. 202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727200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572000"/>
            <a:ext cx="5418667" cy="5418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791200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10244667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16000" y="4622800"/>
            <a:ext cx="5164667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70" i="0" b="0">
                <a:solidFill>
                  <a:srgbClr val="F4F1EA"/>
                </a:solidFill>
                <a:latin typeface="Pathway Gothic One"/>
              </a:rPr>
              <a:t>ENVIRONMENTAL RESEARCH: FOOD SYSTEMS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5198533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Figure 2, Lundgren et al. 2026, CC BY 4.0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723467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Regenerative farms stored 39% more soil carbon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8170333"/>
            <a:ext cx="7027333" cy="118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study of working farms across North America.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10193867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826933" y="10160000"/>
            <a:ext cx="4707467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doi.org/10.1088/2976-601X/ae8f4e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12533"/>
            <a:ext cx="7924800" cy="5596467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36745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35898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1,000 Farms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46058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1000 Farms Initiative measured working farms across North America, from the most conventional to the most regenerative. Led by Ecdysis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86200"/>
            <a:ext cx="7924800" cy="36491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6482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5635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39% more soil carbon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3246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 the most regenerative farms.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+181% total fungi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in the most regenerative soils (figure 3 of the paper).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More life everywhere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Soil microbes, insects, plants and birds. The more biodiversity, the more carbon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Same yields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Yields matched national averages, and net profit per acre was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whole system counts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Farms using one regenerative practice alone looked like conventional farms.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paper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Lundgren et al., Environmental Research: Food Systems,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